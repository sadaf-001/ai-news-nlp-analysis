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embeddedFontLst>
    <p:embeddedFont>
      <p:font typeface="Helvetica Neue"/>
      <p:regular r:id="rId28"/>
      <p:bold r:id="rId29"/>
      <p:italic r:id="rId30"/>
      <p:boldItalic r:id="rId31"/>
    </p:embeddedFont>
    <p:embeddedFont>
      <p:font typeface="Albert Sans"/>
      <p:regular r:id="rId32"/>
      <p:bold r:id="rId33"/>
      <p:italic r:id="rId34"/>
      <p:boldItalic r:id="rId35"/>
    </p:embeddedFon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16">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11A2B6-1278-4CAD-92BA-2E79AE645D98}">
  <a:tblStyle styleId="{B911A2B6-1278-4CAD-92BA-2E79AE645D9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16"/>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HelveticaNeue-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HelveticaNeue-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boldItalic.fntdata"/><Relationship Id="rId30" Type="http://schemas.openxmlformats.org/officeDocument/2006/relationships/font" Target="fonts/HelveticaNeue-italic.fntdata"/><Relationship Id="rId11" Type="http://schemas.openxmlformats.org/officeDocument/2006/relationships/slide" Target="slides/slide5.xml"/><Relationship Id="rId33" Type="http://schemas.openxmlformats.org/officeDocument/2006/relationships/font" Target="fonts/AlbertSans-bold.fntdata"/><Relationship Id="rId10" Type="http://schemas.openxmlformats.org/officeDocument/2006/relationships/slide" Target="slides/slide4.xml"/><Relationship Id="rId32" Type="http://schemas.openxmlformats.org/officeDocument/2006/relationships/font" Target="fonts/AlbertSans-regular.fntdata"/><Relationship Id="rId13" Type="http://schemas.openxmlformats.org/officeDocument/2006/relationships/slide" Target="slides/slide7.xml"/><Relationship Id="rId35" Type="http://schemas.openxmlformats.org/officeDocument/2006/relationships/font" Target="fonts/AlbertSans-boldItalic.fntdata"/><Relationship Id="rId12" Type="http://schemas.openxmlformats.org/officeDocument/2006/relationships/slide" Target="slides/slide6.xml"/><Relationship Id="rId34" Type="http://schemas.openxmlformats.org/officeDocument/2006/relationships/font" Target="fonts/AlbertSans-italic.fntdata"/><Relationship Id="rId15" Type="http://schemas.openxmlformats.org/officeDocument/2006/relationships/slide" Target="slides/slide9.xml"/><Relationship Id="rId37" Type="http://schemas.openxmlformats.org/officeDocument/2006/relationships/font" Target="fonts/RobotoMono-bold.fntdata"/><Relationship Id="rId14" Type="http://schemas.openxmlformats.org/officeDocument/2006/relationships/slide" Target="slides/slide8.xml"/><Relationship Id="rId36" Type="http://schemas.openxmlformats.org/officeDocument/2006/relationships/font" Target="fonts/RobotoMono-regular.fntdata"/><Relationship Id="rId17" Type="http://schemas.openxmlformats.org/officeDocument/2006/relationships/slide" Target="slides/slide11.xml"/><Relationship Id="rId39" Type="http://schemas.openxmlformats.org/officeDocument/2006/relationships/font" Target="fonts/RobotoMono-boldItalic.fntdata"/><Relationship Id="rId16" Type="http://schemas.openxmlformats.org/officeDocument/2006/relationships/slide" Target="slides/slide10.xml"/><Relationship Id="rId38" Type="http://schemas.openxmlformats.org/officeDocument/2006/relationships/font" Target="fonts/RobotoMon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f37dea958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cf37dea958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3cf37dea958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cf62591e36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cf62591e36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3cf62591e36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cf62591e36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cf62591e36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g3cf62591e36_0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cf37dea958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cf37dea958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g3cf37dea958_0_6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cf37dea958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cf37dea958_0_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g3cf37dea958_0_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cf37dea958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cf37dea958_0_1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g3cf37dea958_0_1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cf37dea958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cf37dea958_0_1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g3cf37dea958_0_1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5.png"/><Relationship Id="rId4"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1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ey Shield" showMasterSp="0">
  <p:cSld name="Title Slide Grey Shield">
    <p:bg>
      <p:bgPr>
        <a:solidFill>
          <a:schemeClr val="lt1"/>
        </a:solidFill>
      </p:bgPr>
    </p:bg>
    <p:spTree>
      <p:nvGrpSpPr>
        <p:cNvPr id="19" name="Shape 19"/>
        <p:cNvGrpSpPr/>
        <p:nvPr/>
      </p:nvGrpSpPr>
      <p:grpSpPr>
        <a:xfrm>
          <a:off x="0" y="0"/>
          <a:ext cx="0" cy="0"/>
          <a:chOff x="0" y="0"/>
          <a:chExt cx="0" cy="0"/>
        </a:xfrm>
      </p:grpSpPr>
      <p:grpSp>
        <p:nvGrpSpPr>
          <p:cNvPr id="20" name="Google Shape;20;p2"/>
          <p:cNvGrpSpPr/>
          <p:nvPr/>
        </p:nvGrpSpPr>
        <p:grpSpPr>
          <a:xfrm>
            <a:off x="6995160" y="-2087105"/>
            <a:ext cx="8384488" cy="10850515"/>
            <a:chOff x="3890639" y="-2045539"/>
            <a:chExt cx="8193228" cy="10603002"/>
          </a:xfrm>
        </p:grpSpPr>
        <p:pic>
          <p:nvPicPr>
            <p:cNvPr id="21" name="Google Shape;21;p2"/>
            <p:cNvPicPr preferRelativeResize="0"/>
            <p:nvPr/>
          </p:nvPicPr>
          <p:blipFill rotWithShape="1">
            <a:blip r:embed="rId2">
              <a:alphaModFix amt="30000"/>
            </a:blip>
            <a:srcRect b="0" l="0" r="0" t="0"/>
            <a:stretch/>
          </p:blipFill>
          <p:spPr>
            <a:xfrm>
              <a:off x="3890639" y="-2045539"/>
              <a:ext cx="8193228" cy="10603002"/>
            </a:xfrm>
            <a:prstGeom prst="rect">
              <a:avLst/>
            </a:prstGeom>
            <a:noFill/>
            <a:ln>
              <a:noFill/>
            </a:ln>
          </p:spPr>
        </p:pic>
        <p:pic>
          <p:nvPicPr>
            <p:cNvPr id="22" name="Google Shape;22;p2"/>
            <p:cNvPicPr preferRelativeResize="0"/>
            <p:nvPr/>
          </p:nvPicPr>
          <p:blipFill rotWithShape="1">
            <a:blip r:embed="rId3">
              <a:alphaModFix amt="15000"/>
            </a:blip>
            <a:srcRect b="0" l="0" r="0" t="0"/>
            <a:stretch/>
          </p:blipFill>
          <p:spPr>
            <a:xfrm>
              <a:off x="5173001" y="727132"/>
              <a:ext cx="5641848" cy="4936616"/>
            </a:xfrm>
            <a:prstGeom prst="rect">
              <a:avLst/>
            </a:prstGeom>
            <a:noFill/>
            <a:ln>
              <a:noFill/>
            </a:ln>
          </p:spPr>
        </p:pic>
      </p:grpSp>
      <p:sp>
        <p:nvSpPr>
          <p:cNvPr id="23" name="Google Shape;23;p2"/>
          <p:cNvSpPr txBox="1"/>
          <p:nvPr>
            <p:ph type="ctrTitle"/>
          </p:nvPr>
        </p:nvSpPr>
        <p:spPr>
          <a:xfrm>
            <a:off x="914400" y="1201106"/>
            <a:ext cx="5583936" cy="23876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4800"/>
              <a:buFont typeface="Helvetica Neue"/>
              <a:buNone/>
              <a:defRPr b="0" i="0" sz="48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
          <p:cNvSpPr txBox="1"/>
          <p:nvPr>
            <p:ph idx="1" type="subTitle"/>
          </p:nvPr>
        </p:nvSpPr>
        <p:spPr>
          <a:xfrm>
            <a:off x="950579" y="3680781"/>
            <a:ext cx="5551823" cy="623598"/>
          </a:xfrm>
          <a:prstGeom prst="rect">
            <a:avLst/>
          </a:prstGeom>
          <a:noFill/>
          <a:ln>
            <a:noFill/>
          </a:ln>
        </p:spPr>
        <p:txBody>
          <a:bodyPr anchorCtr="0" anchor="t" bIns="45700" lIns="0" spcFirstLastPara="1" rIns="0" wrap="square" tIns="45700">
            <a:normAutofit/>
          </a:bodyPr>
          <a:lstStyle>
            <a:lvl1pPr lvl="0" algn="l">
              <a:lnSpc>
                <a:spcPct val="90000"/>
              </a:lnSpc>
              <a:spcBef>
                <a:spcPts val="1000"/>
              </a:spcBef>
              <a:spcAft>
                <a:spcPts val="0"/>
              </a:spcAft>
              <a:buSzPts val="1800"/>
              <a:buNone/>
              <a:defRPr b="0" i="0" sz="1800">
                <a:solidFill>
                  <a:schemeClr val="dk2"/>
                </a:solidFill>
                <a:latin typeface="Helvetica Neue"/>
                <a:ea typeface="Helvetica Neue"/>
                <a:cs typeface="Helvetica Neue"/>
                <a:sym typeface="Helvetica Neue"/>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5" name="Google Shape;25;p2"/>
          <p:cNvGrpSpPr/>
          <p:nvPr/>
        </p:nvGrpSpPr>
        <p:grpSpPr>
          <a:xfrm>
            <a:off x="0" y="6395648"/>
            <a:ext cx="12192000" cy="470918"/>
            <a:chOff x="0" y="6395648"/>
            <a:chExt cx="12192000" cy="470918"/>
          </a:xfrm>
        </p:grpSpPr>
        <p:sp>
          <p:nvSpPr>
            <p:cNvPr id="26" name="Google Shape;26;p2"/>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27" name="Google Shape;27;p2"/>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28" name="Google Shape;28;p2"/>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29" name="Google Shape;29;p2"/>
          <p:cNvPicPr preferRelativeResize="0"/>
          <p:nvPr/>
        </p:nvPicPr>
        <p:blipFill rotWithShape="1">
          <a:blip r:embed="rId4">
            <a:alphaModFix/>
          </a:blip>
          <a:srcRect b="0" l="0" r="0" t="0"/>
          <a:stretch/>
        </p:blipFill>
        <p:spPr>
          <a:xfrm>
            <a:off x="838200" y="6415132"/>
            <a:ext cx="1816998" cy="448056"/>
          </a:xfrm>
          <a:prstGeom prst="rect">
            <a:avLst/>
          </a:prstGeom>
          <a:noFill/>
          <a:ln>
            <a:noFill/>
          </a:ln>
        </p:spPr>
      </p:pic>
      <p:sp>
        <p:nvSpPr>
          <p:cNvPr id="30" name="Google Shape;30;p2"/>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3"/>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rgbClr val="800000"/>
              </a:buClr>
              <a:buSzPts val="3600"/>
              <a:buFont typeface="Helvetica Neue"/>
              <a:buNone/>
              <a:defRPr b="0"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
          <p:cNvSpPr txBox="1"/>
          <p:nvPr>
            <p:ph idx="1" type="body"/>
          </p:nvPr>
        </p:nvSpPr>
        <p:spPr>
          <a:xfrm>
            <a:off x="838200" y="1534136"/>
            <a:ext cx="10515600" cy="4429492"/>
          </a:xfrm>
          <a:prstGeom prst="rect">
            <a:avLst/>
          </a:prstGeom>
          <a:noFill/>
          <a:ln>
            <a:noFill/>
          </a:ln>
        </p:spPr>
        <p:txBody>
          <a:bodyPr anchorCtr="0" anchor="t" bIns="45700" lIns="0" spcFirstLastPara="1" rIns="0" wrap="square" tIns="45700">
            <a:noAutofit/>
          </a:bodyPr>
          <a:lstStyle>
            <a:lvl1pPr indent="-381000" lvl="0" marL="457200" algn="l">
              <a:lnSpc>
                <a:spcPct val="90000"/>
              </a:lnSpc>
              <a:spcBef>
                <a:spcPts val="1000"/>
              </a:spcBef>
              <a:spcAft>
                <a:spcPts val="0"/>
              </a:spcAft>
              <a:buSzPts val="2400"/>
              <a:buChar char="•"/>
              <a:defRPr b="0" i="0"/>
            </a:lvl1pPr>
            <a:lvl2pPr indent="-355600" lvl="1" marL="914400" algn="l">
              <a:lnSpc>
                <a:spcPct val="90000"/>
              </a:lnSpc>
              <a:spcBef>
                <a:spcPts val="500"/>
              </a:spcBef>
              <a:spcAft>
                <a:spcPts val="0"/>
              </a:spcAft>
              <a:buSzPts val="2000"/>
              <a:buChar char="•"/>
              <a:defRPr b="0" i="0"/>
            </a:lvl2pPr>
            <a:lvl3pPr indent="-342900" lvl="2" marL="1371600" algn="l">
              <a:lnSpc>
                <a:spcPct val="90000"/>
              </a:lnSpc>
              <a:spcBef>
                <a:spcPts val="500"/>
              </a:spcBef>
              <a:spcAft>
                <a:spcPts val="0"/>
              </a:spcAft>
              <a:buSzPts val="1800"/>
              <a:buChar char="•"/>
              <a:defRPr b="0" i="0"/>
            </a:lvl3pPr>
            <a:lvl4pPr indent="-330200" lvl="3" marL="1828800" algn="l">
              <a:lnSpc>
                <a:spcPct val="90000"/>
              </a:lnSpc>
              <a:spcBef>
                <a:spcPts val="500"/>
              </a:spcBef>
              <a:spcAft>
                <a:spcPts val="0"/>
              </a:spcAft>
              <a:buSzPts val="1600"/>
              <a:buChar char="•"/>
              <a:defRPr b="0" i="0"/>
            </a:lvl4pPr>
            <a:lvl5pPr indent="-330200" lvl="4" marL="2286000" algn="l">
              <a:lnSpc>
                <a:spcPct val="90000"/>
              </a:lnSpc>
              <a:spcBef>
                <a:spcPts val="500"/>
              </a:spcBef>
              <a:spcAft>
                <a:spcPts val="0"/>
              </a:spcAft>
              <a:buSzPts val="1600"/>
              <a:buChar char="•"/>
              <a:defRPr b="0" i="0"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5" name="Shape 35"/>
        <p:cNvGrpSpPr/>
        <p:nvPr/>
      </p:nvGrpSpPr>
      <p:grpSpPr>
        <a:xfrm>
          <a:off x="0" y="0"/>
          <a:ext cx="0" cy="0"/>
          <a:chOff x="0" y="0"/>
          <a:chExt cx="0" cy="0"/>
        </a:xfrm>
      </p:grpSpPr>
      <p:sp>
        <p:nvSpPr>
          <p:cNvPr id="36" name="Google Shape;36;p4"/>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rgbClr val="8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8" name="Google Shape;38;p4"/>
          <p:cNvSpPr/>
          <p:nvPr>
            <p:ph idx="2" type="pic"/>
          </p:nvPr>
        </p:nvSpPr>
        <p:spPr>
          <a:xfrm>
            <a:off x="1378722" y="1660288"/>
            <a:ext cx="1371600" cy="1371600"/>
          </a:xfrm>
          <a:prstGeom prst="ellipse">
            <a:avLst/>
          </a:prstGeom>
          <a:solidFill>
            <a:schemeClr val="lt1"/>
          </a:solidFill>
          <a:ln>
            <a:noFill/>
          </a:ln>
        </p:spPr>
      </p:sp>
      <p:sp>
        <p:nvSpPr>
          <p:cNvPr id="39" name="Google Shape;39;p4"/>
          <p:cNvSpPr/>
          <p:nvPr>
            <p:ph idx="3" type="pic"/>
          </p:nvPr>
        </p:nvSpPr>
        <p:spPr>
          <a:xfrm>
            <a:off x="4603613" y="1660288"/>
            <a:ext cx="1371600" cy="1371600"/>
          </a:xfrm>
          <a:prstGeom prst="ellipse">
            <a:avLst/>
          </a:prstGeom>
          <a:solidFill>
            <a:schemeClr val="lt1"/>
          </a:solidFill>
          <a:ln>
            <a:noFill/>
          </a:ln>
        </p:spPr>
      </p:sp>
      <p:sp>
        <p:nvSpPr>
          <p:cNvPr id="40" name="Google Shape;40;p4"/>
          <p:cNvSpPr/>
          <p:nvPr>
            <p:ph idx="4" type="pic"/>
          </p:nvPr>
        </p:nvSpPr>
        <p:spPr>
          <a:xfrm>
            <a:off x="7914980" y="1660288"/>
            <a:ext cx="1371600" cy="1371600"/>
          </a:xfrm>
          <a:prstGeom prst="ellipse">
            <a:avLst/>
          </a:prstGeom>
          <a:solidFill>
            <a:schemeClr val="lt1"/>
          </a:solidFill>
          <a:ln>
            <a:noFill/>
          </a:ln>
        </p:spPr>
      </p:sp>
      <p:sp>
        <p:nvSpPr>
          <p:cNvPr id="41" name="Google Shape;41;p4"/>
          <p:cNvSpPr/>
          <p:nvPr>
            <p:ph idx="5" type="pic"/>
          </p:nvPr>
        </p:nvSpPr>
        <p:spPr>
          <a:xfrm>
            <a:off x="9361745" y="3754644"/>
            <a:ext cx="1371600" cy="1371600"/>
          </a:xfrm>
          <a:prstGeom prst="ellipse">
            <a:avLst/>
          </a:prstGeom>
          <a:solidFill>
            <a:schemeClr val="lt1"/>
          </a:solidFill>
          <a:ln>
            <a:noFill/>
          </a:ln>
        </p:spPr>
      </p:sp>
      <p:sp>
        <p:nvSpPr>
          <p:cNvPr id="42" name="Google Shape;42;p4"/>
          <p:cNvSpPr txBox="1"/>
          <p:nvPr>
            <p:ph idx="1" type="body"/>
          </p:nvPr>
        </p:nvSpPr>
        <p:spPr>
          <a:xfrm>
            <a:off x="807977" y="3200401"/>
            <a:ext cx="2520547" cy="733424"/>
          </a:xfrm>
          <a:prstGeom prst="rect">
            <a:avLst/>
          </a:prstGeom>
          <a:noFill/>
          <a:ln>
            <a:noFill/>
          </a:ln>
        </p:spPr>
        <p:txBody>
          <a:bodyPr anchorCtr="0" anchor="t" bIns="45700" lIns="0" spcFirstLastPara="1" rIns="0" wrap="square" tIns="45700">
            <a:noAutofit/>
          </a:bodyPr>
          <a:lstStyle>
            <a:lvl1pPr indent="-228600" lvl="0" marL="457200" algn="ctr">
              <a:lnSpc>
                <a:spcPct val="90000"/>
              </a:lnSpc>
              <a:spcBef>
                <a:spcPts val="500"/>
              </a:spcBef>
              <a:spcAft>
                <a:spcPts val="0"/>
              </a:spcAft>
              <a:buSzPts val="1200"/>
              <a:buNone/>
              <a:defRPr b="1" sz="1200">
                <a:solidFill>
                  <a:schemeClr val="accent1"/>
                </a:solidFill>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4"/>
          <p:cNvSpPr txBox="1"/>
          <p:nvPr>
            <p:ph idx="6" type="body"/>
          </p:nvPr>
        </p:nvSpPr>
        <p:spPr>
          <a:xfrm>
            <a:off x="4058827" y="3200402"/>
            <a:ext cx="2520547" cy="733424"/>
          </a:xfrm>
          <a:prstGeom prst="rect">
            <a:avLst/>
          </a:prstGeom>
          <a:noFill/>
          <a:ln>
            <a:noFill/>
          </a:ln>
        </p:spPr>
        <p:txBody>
          <a:bodyPr anchorCtr="0" anchor="t" bIns="45700" lIns="0" spcFirstLastPara="1" rIns="0" wrap="square" tIns="45700">
            <a:noAutofit/>
          </a:bodyPr>
          <a:lstStyle>
            <a:lvl1pPr indent="-228600" lvl="0" marL="457200" algn="ctr">
              <a:lnSpc>
                <a:spcPct val="90000"/>
              </a:lnSpc>
              <a:spcBef>
                <a:spcPts val="500"/>
              </a:spcBef>
              <a:spcAft>
                <a:spcPts val="0"/>
              </a:spcAft>
              <a:buSzPts val="1200"/>
              <a:buNone/>
              <a:defRPr b="1" sz="1200">
                <a:solidFill>
                  <a:schemeClr val="accent1"/>
                </a:solidFill>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
          <p:cNvSpPr txBox="1"/>
          <p:nvPr>
            <p:ph idx="7" type="body"/>
          </p:nvPr>
        </p:nvSpPr>
        <p:spPr>
          <a:xfrm>
            <a:off x="7336777" y="3200401"/>
            <a:ext cx="2520547" cy="741126"/>
          </a:xfrm>
          <a:prstGeom prst="rect">
            <a:avLst/>
          </a:prstGeom>
          <a:noFill/>
          <a:ln>
            <a:noFill/>
          </a:ln>
        </p:spPr>
        <p:txBody>
          <a:bodyPr anchorCtr="0" anchor="t" bIns="45700" lIns="0" spcFirstLastPara="1" rIns="0" wrap="square" tIns="45700">
            <a:noAutofit/>
          </a:bodyPr>
          <a:lstStyle>
            <a:lvl1pPr indent="-228600" lvl="0" marL="457200" algn="ctr">
              <a:lnSpc>
                <a:spcPct val="90000"/>
              </a:lnSpc>
              <a:spcBef>
                <a:spcPts val="500"/>
              </a:spcBef>
              <a:spcAft>
                <a:spcPts val="0"/>
              </a:spcAft>
              <a:buSzPts val="1200"/>
              <a:buNone/>
              <a:defRPr b="1" sz="1200">
                <a:solidFill>
                  <a:schemeClr val="accent1"/>
                </a:solidFill>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4"/>
          <p:cNvSpPr txBox="1"/>
          <p:nvPr>
            <p:ph idx="8" type="body"/>
          </p:nvPr>
        </p:nvSpPr>
        <p:spPr>
          <a:xfrm>
            <a:off x="8753475" y="5383419"/>
            <a:ext cx="2600325" cy="652463"/>
          </a:xfrm>
          <a:prstGeom prst="rect">
            <a:avLst/>
          </a:prstGeom>
          <a:noFill/>
          <a:ln>
            <a:noFill/>
          </a:ln>
        </p:spPr>
        <p:txBody>
          <a:bodyPr anchorCtr="0" anchor="t" bIns="45700" lIns="0" spcFirstLastPara="1" rIns="0" wrap="square" tIns="45700">
            <a:noAutofit/>
          </a:bodyPr>
          <a:lstStyle>
            <a:lvl1pPr indent="-228600" lvl="0" marL="457200" algn="ctr">
              <a:lnSpc>
                <a:spcPct val="90000"/>
              </a:lnSpc>
              <a:spcBef>
                <a:spcPts val="500"/>
              </a:spcBef>
              <a:spcAft>
                <a:spcPts val="0"/>
              </a:spcAft>
              <a:buSzPts val="1200"/>
              <a:buNone/>
              <a:defRPr b="1" sz="1200">
                <a:solidFill>
                  <a:schemeClr val="accent1"/>
                </a:solidFill>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
          <p:cNvSpPr/>
          <p:nvPr>
            <p:ph idx="9" type="pic"/>
          </p:nvPr>
        </p:nvSpPr>
        <p:spPr>
          <a:xfrm>
            <a:off x="2895600" y="3754643"/>
            <a:ext cx="1371600" cy="1398381"/>
          </a:xfrm>
          <a:prstGeom prst="ellipse">
            <a:avLst/>
          </a:prstGeom>
          <a:solidFill>
            <a:schemeClr val="lt1"/>
          </a:solidFill>
          <a:ln>
            <a:noFill/>
          </a:ln>
        </p:spPr>
      </p:sp>
      <p:sp>
        <p:nvSpPr>
          <p:cNvPr id="47" name="Google Shape;47;p4"/>
          <p:cNvSpPr/>
          <p:nvPr>
            <p:ph idx="13" type="pic"/>
          </p:nvPr>
        </p:nvSpPr>
        <p:spPr>
          <a:xfrm>
            <a:off x="6080725" y="3754644"/>
            <a:ext cx="1371600" cy="1371600"/>
          </a:xfrm>
          <a:prstGeom prst="ellipse">
            <a:avLst/>
          </a:prstGeom>
          <a:solidFill>
            <a:schemeClr val="lt1"/>
          </a:solidFill>
          <a:ln>
            <a:noFill/>
          </a:ln>
        </p:spPr>
      </p:sp>
      <p:sp>
        <p:nvSpPr>
          <p:cNvPr id="48" name="Google Shape;48;p4"/>
          <p:cNvSpPr txBox="1"/>
          <p:nvPr>
            <p:ph idx="14" type="body"/>
          </p:nvPr>
        </p:nvSpPr>
        <p:spPr>
          <a:xfrm>
            <a:off x="2196519" y="5383419"/>
            <a:ext cx="2821717" cy="652463"/>
          </a:xfrm>
          <a:prstGeom prst="rect">
            <a:avLst/>
          </a:prstGeom>
          <a:noFill/>
          <a:ln>
            <a:noFill/>
          </a:ln>
        </p:spPr>
        <p:txBody>
          <a:bodyPr anchorCtr="0" anchor="t" bIns="45700" lIns="0" spcFirstLastPara="1" rIns="0" wrap="square" tIns="45700">
            <a:noAutofit/>
          </a:bodyPr>
          <a:lstStyle>
            <a:lvl1pPr indent="-228600" lvl="0" marL="457200" algn="ctr">
              <a:lnSpc>
                <a:spcPct val="90000"/>
              </a:lnSpc>
              <a:spcBef>
                <a:spcPts val="500"/>
              </a:spcBef>
              <a:spcAft>
                <a:spcPts val="0"/>
              </a:spcAft>
              <a:buSzPts val="1200"/>
              <a:buNone/>
              <a:defRPr b="1" sz="1200">
                <a:solidFill>
                  <a:schemeClr val="accent1"/>
                </a:solidFill>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
          <p:cNvSpPr txBox="1"/>
          <p:nvPr>
            <p:ph idx="15" type="body"/>
          </p:nvPr>
        </p:nvSpPr>
        <p:spPr>
          <a:xfrm>
            <a:off x="5579333" y="5383419"/>
            <a:ext cx="2821717" cy="652463"/>
          </a:xfrm>
          <a:prstGeom prst="rect">
            <a:avLst/>
          </a:prstGeom>
          <a:noFill/>
          <a:ln>
            <a:noFill/>
          </a:ln>
        </p:spPr>
        <p:txBody>
          <a:bodyPr anchorCtr="0" anchor="t" bIns="45700" lIns="0" spcFirstLastPara="1" rIns="0" wrap="square" tIns="45700">
            <a:noAutofit/>
          </a:bodyPr>
          <a:lstStyle>
            <a:lvl1pPr indent="-228600" lvl="0" marL="457200" algn="ctr">
              <a:lnSpc>
                <a:spcPct val="90000"/>
              </a:lnSpc>
              <a:spcBef>
                <a:spcPts val="500"/>
              </a:spcBef>
              <a:spcAft>
                <a:spcPts val="0"/>
              </a:spcAft>
              <a:buSzPts val="1200"/>
              <a:buNone/>
              <a:defRPr b="1" sz="1200">
                <a:solidFill>
                  <a:schemeClr val="accent1"/>
                </a:solidFill>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hite" showMasterSp="0" type="secHead">
  <p:cSld name="SECTION_HEADER">
    <p:bg>
      <p:bgPr>
        <a:solidFill>
          <a:schemeClr val="lt1"/>
        </a:solidFill>
      </p:bgPr>
    </p:bg>
    <p:spTree>
      <p:nvGrpSpPr>
        <p:cNvPr id="50" name="Shape 50"/>
        <p:cNvGrpSpPr/>
        <p:nvPr/>
      </p:nvGrpSpPr>
      <p:grpSpPr>
        <a:xfrm>
          <a:off x="0" y="0"/>
          <a:ext cx="0" cy="0"/>
          <a:chOff x="0" y="0"/>
          <a:chExt cx="0" cy="0"/>
        </a:xfrm>
      </p:grpSpPr>
      <p:sp>
        <p:nvSpPr>
          <p:cNvPr id="51" name="Google Shape;51;p5"/>
          <p:cNvSpPr txBox="1"/>
          <p:nvPr>
            <p:ph idx="1" type="body"/>
          </p:nvPr>
        </p:nvSpPr>
        <p:spPr>
          <a:xfrm>
            <a:off x="831851" y="4968566"/>
            <a:ext cx="10515600" cy="92551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b="0" i="0" sz="1800">
                <a:solidFill>
                  <a:srgbClr val="767676"/>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2" name="Google Shape;52;p5"/>
          <p:cNvSpPr txBox="1"/>
          <p:nvPr>
            <p:ph type="title"/>
          </p:nvPr>
        </p:nvSpPr>
        <p:spPr>
          <a:xfrm>
            <a:off x="831851" y="2359716"/>
            <a:ext cx="10515600" cy="2581861"/>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rgbClr val="800000"/>
              </a:buClr>
              <a:buSzPts val="4000"/>
              <a:buFont typeface="Helvetica Neue"/>
              <a:buNone/>
              <a:defRPr b="0" i="0" sz="4000">
                <a:solidFill>
                  <a:srgbClr val="8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3" name="Google Shape;53;p5"/>
          <p:cNvPicPr preferRelativeResize="0"/>
          <p:nvPr/>
        </p:nvPicPr>
        <p:blipFill rotWithShape="1">
          <a:blip r:embed="rId2">
            <a:alphaModFix amt="10000"/>
          </a:blip>
          <a:srcRect b="0" l="0" r="0" t="0"/>
          <a:stretch/>
        </p:blipFill>
        <p:spPr>
          <a:xfrm>
            <a:off x="9429243" y="0"/>
            <a:ext cx="3836416" cy="3356864"/>
          </a:xfrm>
          <a:prstGeom prst="rect">
            <a:avLst/>
          </a:prstGeom>
          <a:noFill/>
          <a:ln>
            <a:noFill/>
          </a:ln>
        </p:spPr>
      </p:pic>
      <p:grpSp>
        <p:nvGrpSpPr>
          <p:cNvPr id="54" name="Google Shape;54;p5"/>
          <p:cNvGrpSpPr/>
          <p:nvPr/>
        </p:nvGrpSpPr>
        <p:grpSpPr>
          <a:xfrm>
            <a:off x="0" y="6395648"/>
            <a:ext cx="12192000" cy="470918"/>
            <a:chOff x="0" y="6395648"/>
            <a:chExt cx="12192000" cy="470918"/>
          </a:xfrm>
        </p:grpSpPr>
        <p:sp>
          <p:nvSpPr>
            <p:cNvPr id="55" name="Google Shape;55;p5"/>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56" name="Google Shape;56;p5"/>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57" name="Google Shape;57;p5"/>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58" name="Google Shape;58;p5"/>
          <p:cNvPicPr preferRelativeResize="0"/>
          <p:nvPr/>
        </p:nvPicPr>
        <p:blipFill rotWithShape="1">
          <a:blip r:embed="rId3">
            <a:alphaModFix/>
          </a:blip>
          <a:srcRect b="0" l="0" r="0" t="0"/>
          <a:stretch/>
        </p:blipFill>
        <p:spPr>
          <a:xfrm>
            <a:off x="838200" y="6415132"/>
            <a:ext cx="1816998" cy="448056"/>
          </a:xfrm>
          <a:prstGeom prst="rect">
            <a:avLst/>
          </a:prstGeom>
          <a:noFill/>
          <a:ln>
            <a:noFill/>
          </a:ln>
        </p:spPr>
      </p:pic>
      <p:sp>
        <p:nvSpPr>
          <p:cNvPr id="59" name="Google Shape;59;p5"/>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6"/>
          <p:cNvSpPr txBox="1"/>
          <p:nvPr>
            <p:ph type="title"/>
          </p:nvPr>
        </p:nvSpPr>
        <p:spPr>
          <a:xfrm>
            <a:off x="839788" y="3"/>
            <a:ext cx="10515600" cy="1325563"/>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rgbClr val="800000"/>
              </a:buClr>
              <a:buSzPts val="3600"/>
              <a:buFont typeface="Helvetica Neue"/>
              <a:buNone/>
              <a:defRPr b="0"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6"/>
          <p:cNvSpPr txBox="1"/>
          <p:nvPr>
            <p:ph idx="1" type="body"/>
          </p:nvPr>
        </p:nvSpPr>
        <p:spPr>
          <a:xfrm>
            <a:off x="839789" y="1681163"/>
            <a:ext cx="5157787" cy="823912"/>
          </a:xfrm>
          <a:prstGeom prst="rect">
            <a:avLst/>
          </a:prstGeom>
          <a:noFill/>
          <a:ln>
            <a:noFill/>
          </a:ln>
        </p:spPr>
        <p:txBody>
          <a:bodyPr anchorCtr="0" anchor="ctr" bIns="45700" lIns="0" spcFirstLastPara="1" rIns="0" wrap="square" tIns="45700">
            <a:normAutofit/>
          </a:bodyPr>
          <a:lstStyle>
            <a:lvl1pPr indent="-228600" lvl="0" marL="457200" algn="l">
              <a:lnSpc>
                <a:spcPct val="90000"/>
              </a:lnSpc>
              <a:spcBef>
                <a:spcPts val="1000"/>
              </a:spcBef>
              <a:spcAft>
                <a:spcPts val="0"/>
              </a:spcAft>
              <a:buSzPts val="1800"/>
              <a:buNone/>
              <a:defRPr b="0" i="0" sz="1800">
                <a:solidFill>
                  <a:srgbClr val="800000"/>
                </a:solidFill>
              </a:defRPr>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6"/>
          <p:cNvSpPr txBox="1"/>
          <p:nvPr>
            <p:ph idx="2" type="body"/>
          </p:nvPr>
        </p:nvSpPr>
        <p:spPr>
          <a:xfrm>
            <a:off x="839789" y="2505078"/>
            <a:ext cx="5157787" cy="3400425"/>
          </a:xfrm>
          <a:prstGeom prst="rect">
            <a:avLst/>
          </a:prstGeom>
          <a:noFill/>
          <a:ln>
            <a:noFill/>
          </a:ln>
        </p:spPr>
        <p:txBody>
          <a:bodyPr anchorCtr="0" anchor="t" bIns="45700" lIns="0" spcFirstLastPara="1" rIns="0" wrap="square" tIns="45700">
            <a:noAutofit/>
          </a:bodyPr>
          <a:lstStyle>
            <a:lvl1pPr indent="-381000" lvl="0" marL="457200" algn="l">
              <a:lnSpc>
                <a:spcPct val="90000"/>
              </a:lnSpc>
              <a:spcBef>
                <a:spcPts val="1000"/>
              </a:spcBef>
              <a:spcAft>
                <a:spcPts val="0"/>
              </a:spcAft>
              <a:buSzPts val="2400"/>
              <a:buChar char="•"/>
              <a:defRPr b="0" i="0" sz="2400"/>
            </a:lvl1pPr>
            <a:lvl2pPr indent="-355600" lvl="1" marL="914400" algn="l">
              <a:lnSpc>
                <a:spcPct val="90000"/>
              </a:lnSpc>
              <a:spcBef>
                <a:spcPts val="500"/>
              </a:spcBef>
              <a:spcAft>
                <a:spcPts val="0"/>
              </a:spcAft>
              <a:buSzPts val="2000"/>
              <a:buChar char="•"/>
              <a:defRPr b="0" i="0" sz="2000"/>
            </a:lvl2pPr>
            <a:lvl3pPr indent="-342900" lvl="2" marL="1371600" algn="l">
              <a:lnSpc>
                <a:spcPct val="90000"/>
              </a:lnSpc>
              <a:spcBef>
                <a:spcPts val="500"/>
              </a:spcBef>
              <a:spcAft>
                <a:spcPts val="0"/>
              </a:spcAft>
              <a:buSzPts val="1800"/>
              <a:buChar char="•"/>
              <a:defRPr b="0" i="0" sz="1800"/>
            </a:lvl3pPr>
            <a:lvl4pPr indent="-330200" lvl="3" marL="1828800" algn="l">
              <a:lnSpc>
                <a:spcPct val="90000"/>
              </a:lnSpc>
              <a:spcBef>
                <a:spcPts val="500"/>
              </a:spcBef>
              <a:spcAft>
                <a:spcPts val="0"/>
              </a:spcAft>
              <a:buSzPts val="1600"/>
              <a:buChar char="•"/>
              <a:defRPr b="0" i="0" sz="1600"/>
            </a:lvl4pPr>
            <a:lvl5pPr indent="-317500" lvl="4" marL="2286000" algn="l">
              <a:lnSpc>
                <a:spcPct val="90000"/>
              </a:lnSpc>
              <a:spcBef>
                <a:spcPts val="500"/>
              </a:spcBef>
              <a:spcAft>
                <a:spcPts val="0"/>
              </a:spcAft>
              <a:buSzPts val="1400"/>
              <a:buChar char="•"/>
              <a:defRPr b="0" i="0"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6"/>
          <p:cNvSpPr txBox="1"/>
          <p:nvPr>
            <p:ph idx="3" type="body"/>
          </p:nvPr>
        </p:nvSpPr>
        <p:spPr>
          <a:xfrm>
            <a:off x="6172202" y="1681163"/>
            <a:ext cx="5183188" cy="823912"/>
          </a:xfrm>
          <a:prstGeom prst="rect">
            <a:avLst/>
          </a:prstGeom>
          <a:noFill/>
          <a:ln>
            <a:noFill/>
          </a:ln>
        </p:spPr>
        <p:txBody>
          <a:bodyPr anchorCtr="0" anchor="ctr" bIns="45700" lIns="0" spcFirstLastPara="1" rIns="0" wrap="square" tIns="45700">
            <a:normAutofit/>
          </a:bodyPr>
          <a:lstStyle>
            <a:lvl1pPr indent="-228600" lvl="0" marL="457200" algn="l">
              <a:lnSpc>
                <a:spcPct val="90000"/>
              </a:lnSpc>
              <a:spcBef>
                <a:spcPts val="1000"/>
              </a:spcBef>
              <a:spcAft>
                <a:spcPts val="0"/>
              </a:spcAft>
              <a:buSzPts val="1800"/>
              <a:buNone/>
              <a:defRPr b="0" i="0" sz="1800">
                <a:solidFill>
                  <a:srgbClr val="800000"/>
                </a:solidFill>
              </a:defRPr>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6"/>
          <p:cNvSpPr txBox="1"/>
          <p:nvPr>
            <p:ph idx="4" type="body"/>
          </p:nvPr>
        </p:nvSpPr>
        <p:spPr>
          <a:xfrm>
            <a:off x="6172202" y="2505078"/>
            <a:ext cx="5183188" cy="3400425"/>
          </a:xfrm>
          <a:prstGeom prst="rect">
            <a:avLst/>
          </a:prstGeom>
          <a:noFill/>
          <a:ln>
            <a:noFill/>
          </a:ln>
        </p:spPr>
        <p:txBody>
          <a:bodyPr anchorCtr="0" anchor="t" bIns="45700" lIns="0" spcFirstLastPara="1" rIns="0" wrap="square" tIns="45700">
            <a:noAutofit/>
          </a:bodyPr>
          <a:lstStyle>
            <a:lvl1pPr indent="-381000" lvl="0" marL="457200" algn="l">
              <a:lnSpc>
                <a:spcPct val="90000"/>
              </a:lnSpc>
              <a:spcBef>
                <a:spcPts val="1000"/>
              </a:spcBef>
              <a:spcAft>
                <a:spcPts val="0"/>
              </a:spcAft>
              <a:buSzPts val="2400"/>
              <a:buChar char="•"/>
              <a:defRPr b="0" i="0" sz="2400"/>
            </a:lvl1pPr>
            <a:lvl2pPr indent="-355600" lvl="1" marL="914400" algn="l">
              <a:lnSpc>
                <a:spcPct val="90000"/>
              </a:lnSpc>
              <a:spcBef>
                <a:spcPts val="500"/>
              </a:spcBef>
              <a:spcAft>
                <a:spcPts val="0"/>
              </a:spcAft>
              <a:buSzPts val="2000"/>
              <a:buChar char="•"/>
              <a:defRPr b="0" i="0" sz="2000"/>
            </a:lvl2pPr>
            <a:lvl3pPr indent="-342900" lvl="2" marL="1371600" algn="l">
              <a:lnSpc>
                <a:spcPct val="90000"/>
              </a:lnSpc>
              <a:spcBef>
                <a:spcPts val="500"/>
              </a:spcBef>
              <a:spcAft>
                <a:spcPts val="0"/>
              </a:spcAft>
              <a:buSzPts val="1800"/>
              <a:buChar char="•"/>
              <a:defRPr b="0" i="0" sz="1800"/>
            </a:lvl3pPr>
            <a:lvl4pPr indent="-330200" lvl="3" marL="1828800" algn="l">
              <a:lnSpc>
                <a:spcPct val="90000"/>
              </a:lnSpc>
              <a:spcBef>
                <a:spcPts val="500"/>
              </a:spcBef>
              <a:spcAft>
                <a:spcPts val="0"/>
              </a:spcAft>
              <a:buSzPts val="1600"/>
              <a:buChar char="•"/>
              <a:defRPr b="0" i="0" sz="1600"/>
            </a:lvl4pPr>
            <a:lvl5pPr indent="-317500" lvl="4" marL="2286000" algn="l">
              <a:lnSpc>
                <a:spcPct val="90000"/>
              </a:lnSpc>
              <a:spcBef>
                <a:spcPts val="500"/>
              </a:spcBef>
              <a:spcAft>
                <a:spcPts val="0"/>
              </a:spcAft>
              <a:buSzPts val="1400"/>
              <a:buChar char="•"/>
              <a:defRPr b="0" i="0"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6"/>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7"/>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rgbClr val="800000"/>
              </a:buClr>
              <a:buSzPts val="3600"/>
              <a:buFont typeface="Helvetica Neue"/>
              <a:buNone/>
              <a:defRPr b="0"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7"/>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70" name="Shape 70"/>
        <p:cNvGrpSpPr/>
        <p:nvPr/>
      </p:nvGrpSpPr>
      <p:grpSpPr>
        <a:xfrm>
          <a:off x="0" y="0"/>
          <a:ext cx="0" cy="0"/>
          <a:chOff x="0" y="0"/>
          <a:chExt cx="0" cy="0"/>
        </a:xfrm>
      </p:grpSpPr>
      <p:sp>
        <p:nvSpPr>
          <p:cNvPr id="71" name="Google Shape;71;p8"/>
          <p:cNvSpPr/>
          <p:nvPr>
            <p:ph idx="2" type="pic"/>
          </p:nvPr>
        </p:nvSpPr>
        <p:spPr>
          <a:xfrm>
            <a:off x="838200" y="1811871"/>
            <a:ext cx="7315200" cy="4049183"/>
          </a:xfrm>
          <a:prstGeom prst="rect">
            <a:avLst/>
          </a:prstGeom>
          <a:noFill/>
          <a:ln>
            <a:noFill/>
          </a:ln>
        </p:spPr>
      </p:sp>
      <p:sp>
        <p:nvSpPr>
          <p:cNvPr id="72" name="Google Shape;72;p8"/>
          <p:cNvSpPr txBox="1"/>
          <p:nvPr>
            <p:ph idx="1" type="body"/>
          </p:nvPr>
        </p:nvSpPr>
        <p:spPr>
          <a:xfrm>
            <a:off x="8610600" y="1811868"/>
            <a:ext cx="2743200" cy="4057121"/>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1000"/>
              </a:spcBef>
              <a:spcAft>
                <a:spcPts val="0"/>
              </a:spcAft>
              <a:buSzPts val="1200"/>
              <a:buNone/>
              <a:defRPr b="0" i="0" sz="1200"/>
            </a:lvl1pPr>
            <a:lvl2pPr indent="-228600" lvl="1" marL="914400" algn="l">
              <a:lnSpc>
                <a:spcPct val="90000"/>
              </a:lnSpc>
              <a:spcBef>
                <a:spcPts val="500"/>
              </a:spcBef>
              <a:spcAft>
                <a:spcPts val="0"/>
              </a:spcAft>
              <a:buSzPts val="1050"/>
              <a:buNone/>
              <a:defRPr sz="1050"/>
            </a:lvl2pPr>
            <a:lvl3pPr indent="-228600" lvl="2" marL="1371600" algn="l">
              <a:lnSpc>
                <a:spcPct val="90000"/>
              </a:lnSpc>
              <a:spcBef>
                <a:spcPts val="500"/>
              </a:spcBef>
              <a:spcAft>
                <a:spcPts val="0"/>
              </a:spcAft>
              <a:buSzPts val="900"/>
              <a:buNone/>
              <a:defRPr sz="900"/>
            </a:lvl3pPr>
            <a:lvl4pPr indent="-228600" lvl="3" marL="1828800" algn="l">
              <a:lnSpc>
                <a:spcPct val="90000"/>
              </a:lnSpc>
              <a:spcBef>
                <a:spcPts val="500"/>
              </a:spcBef>
              <a:spcAft>
                <a:spcPts val="0"/>
              </a:spcAft>
              <a:buSzPts val="750"/>
              <a:buNone/>
              <a:defRPr sz="750"/>
            </a:lvl4pPr>
            <a:lvl5pPr indent="-228600" lvl="4" marL="2286000" algn="l">
              <a:lnSpc>
                <a:spcPct val="90000"/>
              </a:lnSpc>
              <a:spcBef>
                <a:spcPts val="500"/>
              </a:spcBef>
              <a:spcAft>
                <a:spcPts val="0"/>
              </a:spcAft>
              <a:buSzPts val="750"/>
              <a:buNone/>
              <a:defRPr sz="750"/>
            </a:lvl5pPr>
            <a:lvl6pPr indent="-228600" lvl="5" marL="2743200" algn="l">
              <a:lnSpc>
                <a:spcPct val="90000"/>
              </a:lnSpc>
              <a:spcBef>
                <a:spcPts val="500"/>
              </a:spcBef>
              <a:spcAft>
                <a:spcPts val="0"/>
              </a:spcAft>
              <a:buClr>
                <a:schemeClr val="dk1"/>
              </a:buClr>
              <a:buSzPts val="750"/>
              <a:buNone/>
              <a:defRPr sz="750"/>
            </a:lvl6pPr>
            <a:lvl7pPr indent="-228600" lvl="6" marL="3200400" algn="l">
              <a:lnSpc>
                <a:spcPct val="90000"/>
              </a:lnSpc>
              <a:spcBef>
                <a:spcPts val="500"/>
              </a:spcBef>
              <a:spcAft>
                <a:spcPts val="0"/>
              </a:spcAft>
              <a:buClr>
                <a:schemeClr val="dk1"/>
              </a:buClr>
              <a:buSzPts val="750"/>
              <a:buNone/>
              <a:defRPr sz="750"/>
            </a:lvl7pPr>
            <a:lvl8pPr indent="-228600" lvl="7" marL="3657600" algn="l">
              <a:lnSpc>
                <a:spcPct val="90000"/>
              </a:lnSpc>
              <a:spcBef>
                <a:spcPts val="500"/>
              </a:spcBef>
              <a:spcAft>
                <a:spcPts val="0"/>
              </a:spcAft>
              <a:buClr>
                <a:schemeClr val="dk1"/>
              </a:buClr>
              <a:buSzPts val="750"/>
              <a:buNone/>
              <a:defRPr sz="750"/>
            </a:lvl8pPr>
            <a:lvl9pPr indent="-228600" lvl="8" marL="4114800" algn="l">
              <a:lnSpc>
                <a:spcPct val="90000"/>
              </a:lnSpc>
              <a:spcBef>
                <a:spcPts val="500"/>
              </a:spcBef>
              <a:spcAft>
                <a:spcPts val="0"/>
              </a:spcAft>
              <a:buClr>
                <a:schemeClr val="dk1"/>
              </a:buClr>
              <a:buSzPts val="750"/>
              <a:buNone/>
              <a:defRPr sz="750"/>
            </a:lvl9pPr>
          </a:lstStyle>
          <a:p/>
        </p:txBody>
      </p:sp>
      <p:sp>
        <p:nvSpPr>
          <p:cNvPr id="73" name="Google Shape;73;p8"/>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
        <p:nvSpPr>
          <p:cNvPr id="74" name="Google Shape;74;p8"/>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rgbClr val="800000"/>
              </a:buClr>
              <a:buSzPts val="3600"/>
              <a:buFont typeface="Helvetica Neue"/>
              <a:buNone/>
              <a:defRPr b="0"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Bullets">
  <p:cSld name="Picture with Bullets">
    <p:spTree>
      <p:nvGrpSpPr>
        <p:cNvPr id="75" name="Shape 75"/>
        <p:cNvGrpSpPr/>
        <p:nvPr/>
      </p:nvGrpSpPr>
      <p:grpSpPr>
        <a:xfrm>
          <a:off x="0" y="0"/>
          <a:ext cx="0" cy="0"/>
          <a:chOff x="0" y="0"/>
          <a:chExt cx="0" cy="0"/>
        </a:xfrm>
      </p:grpSpPr>
      <p:sp>
        <p:nvSpPr>
          <p:cNvPr id="76" name="Google Shape;76;p9"/>
          <p:cNvSpPr/>
          <p:nvPr>
            <p:ph idx="2" type="pic"/>
          </p:nvPr>
        </p:nvSpPr>
        <p:spPr>
          <a:xfrm>
            <a:off x="838200" y="1811871"/>
            <a:ext cx="4919133" cy="4049183"/>
          </a:xfrm>
          <a:prstGeom prst="rect">
            <a:avLst/>
          </a:prstGeom>
          <a:noFill/>
          <a:ln>
            <a:noFill/>
          </a:ln>
        </p:spPr>
      </p:sp>
      <p:sp>
        <p:nvSpPr>
          <p:cNvPr id="77" name="Google Shape;77;p9"/>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
        <p:nvSpPr>
          <p:cNvPr id="78" name="Google Shape;78;p9"/>
          <p:cNvSpPr txBox="1"/>
          <p:nvPr>
            <p:ph idx="1" type="body"/>
          </p:nvPr>
        </p:nvSpPr>
        <p:spPr>
          <a:xfrm>
            <a:off x="6434671" y="1809751"/>
            <a:ext cx="4919133" cy="4059238"/>
          </a:xfrm>
          <a:prstGeom prst="rect">
            <a:avLst/>
          </a:prstGeom>
          <a:noFill/>
          <a:ln>
            <a:noFill/>
          </a:ln>
        </p:spPr>
        <p:txBody>
          <a:bodyPr anchorCtr="0" anchor="t" bIns="45700" lIns="0" spcFirstLastPara="1" rIns="0" wrap="square" tIns="45700">
            <a:noAutofit/>
          </a:bodyPr>
          <a:lstStyle>
            <a:lvl1pPr indent="-381000" lvl="0" marL="457200" algn="l">
              <a:lnSpc>
                <a:spcPct val="90000"/>
              </a:lnSpc>
              <a:spcBef>
                <a:spcPts val="1000"/>
              </a:spcBef>
              <a:spcAft>
                <a:spcPts val="0"/>
              </a:spcAft>
              <a:buSzPts val="2400"/>
              <a:buChar char="•"/>
              <a:defRPr b="0" i="0" sz="2400"/>
            </a:lvl1pPr>
            <a:lvl2pPr indent="-361950" lvl="1" marL="914400" algn="l">
              <a:lnSpc>
                <a:spcPct val="90000"/>
              </a:lnSpc>
              <a:spcBef>
                <a:spcPts val="500"/>
              </a:spcBef>
              <a:spcAft>
                <a:spcPts val="0"/>
              </a:spcAft>
              <a:buSzPts val="2100"/>
              <a:buChar char="•"/>
              <a:defRPr b="0" i="0" sz="2100"/>
            </a:lvl2pPr>
            <a:lvl3pPr indent="-342900" lvl="2" marL="1371600" algn="l">
              <a:lnSpc>
                <a:spcPct val="90000"/>
              </a:lnSpc>
              <a:spcBef>
                <a:spcPts val="500"/>
              </a:spcBef>
              <a:spcAft>
                <a:spcPts val="0"/>
              </a:spcAft>
              <a:buSzPts val="1800"/>
              <a:buChar char="•"/>
              <a:defRPr b="0" i="0" sz="1800"/>
            </a:lvl3pPr>
            <a:lvl4pPr indent="-323850" lvl="3" marL="1828800" algn="l">
              <a:lnSpc>
                <a:spcPct val="90000"/>
              </a:lnSpc>
              <a:spcBef>
                <a:spcPts val="500"/>
              </a:spcBef>
              <a:spcAft>
                <a:spcPts val="0"/>
              </a:spcAft>
              <a:buSzPts val="1500"/>
              <a:buChar char="•"/>
              <a:defRPr b="0" i="0" sz="1500"/>
            </a:lvl4pPr>
            <a:lvl5pPr indent="-323850" lvl="4" marL="2286000" algn="l">
              <a:lnSpc>
                <a:spcPct val="90000"/>
              </a:lnSpc>
              <a:spcBef>
                <a:spcPts val="500"/>
              </a:spcBef>
              <a:spcAft>
                <a:spcPts val="0"/>
              </a:spcAft>
              <a:buSzPts val="1500"/>
              <a:buChar char="•"/>
              <a:defRPr b="0" i="0" sz="1500"/>
            </a:lvl5pPr>
            <a:lvl6pPr indent="-323850" lvl="5" marL="2743200" algn="l">
              <a:lnSpc>
                <a:spcPct val="90000"/>
              </a:lnSpc>
              <a:spcBef>
                <a:spcPts val="500"/>
              </a:spcBef>
              <a:spcAft>
                <a:spcPts val="0"/>
              </a:spcAft>
              <a:buClr>
                <a:schemeClr val="dk1"/>
              </a:buClr>
              <a:buSzPts val="1500"/>
              <a:buChar char="•"/>
              <a:defRPr sz="1500"/>
            </a:lvl6pPr>
            <a:lvl7pPr indent="-323850" lvl="6" marL="3200400" algn="l">
              <a:lnSpc>
                <a:spcPct val="90000"/>
              </a:lnSpc>
              <a:spcBef>
                <a:spcPts val="500"/>
              </a:spcBef>
              <a:spcAft>
                <a:spcPts val="0"/>
              </a:spcAft>
              <a:buClr>
                <a:schemeClr val="dk1"/>
              </a:buClr>
              <a:buSzPts val="1500"/>
              <a:buChar char="•"/>
              <a:defRPr sz="1500"/>
            </a:lvl7pPr>
            <a:lvl8pPr indent="-323850" lvl="7" marL="3657600" algn="l">
              <a:lnSpc>
                <a:spcPct val="90000"/>
              </a:lnSpc>
              <a:spcBef>
                <a:spcPts val="500"/>
              </a:spcBef>
              <a:spcAft>
                <a:spcPts val="0"/>
              </a:spcAft>
              <a:buClr>
                <a:schemeClr val="dk1"/>
              </a:buClr>
              <a:buSzPts val="1500"/>
              <a:buChar char="•"/>
              <a:defRPr sz="1500"/>
            </a:lvl8pPr>
            <a:lvl9pPr indent="-323850" lvl="8" marL="4114800" algn="l">
              <a:lnSpc>
                <a:spcPct val="90000"/>
              </a:lnSpc>
              <a:spcBef>
                <a:spcPts val="500"/>
              </a:spcBef>
              <a:spcAft>
                <a:spcPts val="0"/>
              </a:spcAft>
              <a:buClr>
                <a:schemeClr val="dk1"/>
              </a:buClr>
              <a:buSzPts val="1500"/>
              <a:buChar char="•"/>
              <a:defRPr sz="1500"/>
            </a:lvl9pPr>
          </a:lstStyle>
          <a:p/>
        </p:txBody>
      </p:sp>
      <p:sp>
        <p:nvSpPr>
          <p:cNvPr id="79" name="Google Shape;79;p9"/>
          <p:cNvSpPr txBox="1"/>
          <p:nvPr>
            <p:ph type="title"/>
          </p:nvPr>
        </p:nvSpPr>
        <p:spPr>
          <a:xfrm>
            <a:off x="838200" y="3"/>
            <a:ext cx="10515600" cy="1325563"/>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rgbClr val="800000"/>
              </a:buClr>
              <a:buSzPts val="3600"/>
              <a:buFont typeface="Helvetica Neue"/>
              <a:buNone/>
              <a:defRPr b="0"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with Caption">
  <p:cSld name="3 Picture with Caption">
    <p:spTree>
      <p:nvGrpSpPr>
        <p:cNvPr id="80" name="Shape 80"/>
        <p:cNvGrpSpPr/>
        <p:nvPr/>
      </p:nvGrpSpPr>
      <p:grpSpPr>
        <a:xfrm>
          <a:off x="0" y="0"/>
          <a:ext cx="0" cy="0"/>
          <a:chOff x="0" y="0"/>
          <a:chExt cx="0" cy="0"/>
        </a:xfrm>
      </p:grpSpPr>
      <p:sp>
        <p:nvSpPr>
          <p:cNvPr id="81" name="Google Shape;81;p10"/>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
        <p:nvSpPr>
          <p:cNvPr id="82" name="Google Shape;82;p10"/>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rgbClr val="800000"/>
              </a:buClr>
              <a:buSzPts val="3600"/>
              <a:buFont typeface="Helvetica Neue"/>
              <a:buNone/>
              <a:defRPr b="0"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0"/>
          <p:cNvSpPr/>
          <p:nvPr>
            <p:ph idx="2" type="pic"/>
          </p:nvPr>
        </p:nvSpPr>
        <p:spPr>
          <a:xfrm>
            <a:off x="838203" y="1811867"/>
            <a:ext cx="3356036" cy="2047752"/>
          </a:xfrm>
          <a:prstGeom prst="rect">
            <a:avLst/>
          </a:prstGeom>
          <a:noFill/>
          <a:ln>
            <a:noFill/>
          </a:ln>
        </p:spPr>
      </p:sp>
      <p:sp>
        <p:nvSpPr>
          <p:cNvPr id="84" name="Google Shape;84;p10"/>
          <p:cNvSpPr txBox="1"/>
          <p:nvPr>
            <p:ph idx="1" type="body"/>
          </p:nvPr>
        </p:nvSpPr>
        <p:spPr>
          <a:xfrm>
            <a:off x="838201" y="3995065"/>
            <a:ext cx="3356035" cy="1128713"/>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1000"/>
              </a:spcBef>
              <a:spcAft>
                <a:spcPts val="0"/>
              </a:spcAft>
              <a:buSzPts val="1600"/>
              <a:buNone/>
              <a:defRPr b="0" i="0" sz="1600"/>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10"/>
          <p:cNvSpPr txBox="1"/>
          <p:nvPr>
            <p:ph idx="3" type="body"/>
          </p:nvPr>
        </p:nvSpPr>
        <p:spPr>
          <a:xfrm>
            <a:off x="4417013" y="3995065"/>
            <a:ext cx="3357971" cy="1128713"/>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1000"/>
              </a:spcBef>
              <a:spcAft>
                <a:spcPts val="0"/>
              </a:spcAft>
              <a:buSzPts val="1600"/>
              <a:buNone/>
              <a:defRPr b="0" i="0" sz="1600"/>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6" name="Google Shape;86;p10"/>
          <p:cNvSpPr txBox="1"/>
          <p:nvPr>
            <p:ph idx="4" type="body"/>
          </p:nvPr>
        </p:nvSpPr>
        <p:spPr>
          <a:xfrm>
            <a:off x="7995828" y="3995065"/>
            <a:ext cx="3357969" cy="1128713"/>
          </a:xfrm>
          <a:prstGeom prst="rect">
            <a:avLst/>
          </a:prstGeom>
          <a:noFill/>
          <a:ln>
            <a:noFill/>
          </a:ln>
        </p:spPr>
        <p:txBody>
          <a:bodyPr anchorCtr="0" anchor="t" bIns="45700" lIns="0" spcFirstLastPara="1" rIns="0" wrap="square" tIns="45700">
            <a:noAutofit/>
          </a:bodyPr>
          <a:lstStyle>
            <a:lvl1pPr indent="-228600" lvl="0" marL="457200" algn="l">
              <a:lnSpc>
                <a:spcPct val="90000"/>
              </a:lnSpc>
              <a:spcBef>
                <a:spcPts val="1000"/>
              </a:spcBef>
              <a:spcAft>
                <a:spcPts val="0"/>
              </a:spcAft>
              <a:buSzPts val="1600"/>
              <a:buNone/>
              <a:defRPr b="0" i="0" sz="1600"/>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7" name="Google Shape;87;p10"/>
          <p:cNvSpPr/>
          <p:nvPr>
            <p:ph idx="5" type="pic"/>
          </p:nvPr>
        </p:nvSpPr>
        <p:spPr>
          <a:xfrm>
            <a:off x="4417015" y="1811870"/>
            <a:ext cx="3357972" cy="2048933"/>
          </a:xfrm>
          <a:prstGeom prst="rect">
            <a:avLst/>
          </a:prstGeom>
          <a:noFill/>
          <a:ln>
            <a:noFill/>
          </a:ln>
        </p:spPr>
      </p:sp>
      <p:sp>
        <p:nvSpPr>
          <p:cNvPr id="88" name="Google Shape;88;p10"/>
          <p:cNvSpPr/>
          <p:nvPr>
            <p:ph idx="6" type="pic"/>
          </p:nvPr>
        </p:nvSpPr>
        <p:spPr>
          <a:xfrm>
            <a:off x="7995827" y="1811870"/>
            <a:ext cx="3357972" cy="2048933"/>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Full Slide" showMasterSp="0">
  <p:cSld name="Picture Full Slide">
    <p:spTree>
      <p:nvGrpSpPr>
        <p:cNvPr id="89" name="Shape 89"/>
        <p:cNvGrpSpPr/>
        <p:nvPr/>
      </p:nvGrpSpPr>
      <p:grpSpPr>
        <a:xfrm>
          <a:off x="0" y="0"/>
          <a:ext cx="0" cy="0"/>
          <a:chOff x="0" y="0"/>
          <a:chExt cx="0" cy="0"/>
        </a:xfrm>
      </p:grpSpPr>
      <p:sp>
        <p:nvSpPr>
          <p:cNvPr id="90" name="Google Shape;90;p11"/>
          <p:cNvSpPr/>
          <p:nvPr>
            <p:ph idx="2" type="pic"/>
          </p:nvPr>
        </p:nvSpPr>
        <p:spPr>
          <a:xfrm>
            <a:off x="0" y="4"/>
            <a:ext cx="12192000" cy="6379784"/>
          </a:xfrm>
          <a:prstGeom prst="rect">
            <a:avLst/>
          </a:prstGeom>
          <a:noFill/>
          <a:ln>
            <a:noFill/>
          </a:ln>
        </p:spPr>
      </p:sp>
      <p:grpSp>
        <p:nvGrpSpPr>
          <p:cNvPr id="91" name="Google Shape;91;p11"/>
          <p:cNvGrpSpPr/>
          <p:nvPr/>
        </p:nvGrpSpPr>
        <p:grpSpPr>
          <a:xfrm>
            <a:off x="0" y="6395648"/>
            <a:ext cx="12192000" cy="470918"/>
            <a:chOff x="0" y="6395648"/>
            <a:chExt cx="12192000" cy="470918"/>
          </a:xfrm>
        </p:grpSpPr>
        <p:sp>
          <p:nvSpPr>
            <p:cNvPr id="92" name="Google Shape;92;p11"/>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93" name="Google Shape;93;p11"/>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94" name="Google Shape;94;p11"/>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95" name="Google Shape;95;p11"/>
          <p:cNvPicPr preferRelativeResize="0"/>
          <p:nvPr/>
        </p:nvPicPr>
        <p:blipFill rotWithShape="1">
          <a:blip r:embed="rId2">
            <a:alphaModFix/>
          </a:blip>
          <a:srcRect b="0" l="0" r="0" t="0"/>
          <a:stretch/>
        </p:blipFill>
        <p:spPr>
          <a:xfrm>
            <a:off x="838200" y="6415132"/>
            <a:ext cx="1816998" cy="448056"/>
          </a:xfrm>
          <a:prstGeom prst="rect">
            <a:avLst/>
          </a:prstGeom>
          <a:noFill/>
          <a:ln>
            <a:noFill/>
          </a:ln>
        </p:spPr>
      </p:pic>
      <p:sp>
        <p:nvSpPr>
          <p:cNvPr id="96" name="Google Shape;96;p11"/>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cture Stacked" showMasterSp="0">
  <p:cSld name="4 Picture Stacked">
    <p:spTree>
      <p:nvGrpSpPr>
        <p:cNvPr id="97" name="Shape 97"/>
        <p:cNvGrpSpPr/>
        <p:nvPr/>
      </p:nvGrpSpPr>
      <p:grpSpPr>
        <a:xfrm>
          <a:off x="0" y="0"/>
          <a:ext cx="0" cy="0"/>
          <a:chOff x="0" y="0"/>
          <a:chExt cx="0" cy="0"/>
        </a:xfrm>
      </p:grpSpPr>
      <p:sp>
        <p:nvSpPr>
          <p:cNvPr id="98" name="Google Shape;98;p12"/>
          <p:cNvSpPr/>
          <p:nvPr>
            <p:ph idx="2" type="pic"/>
          </p:nvPr>
        </p:nvSpPr>
        <p:spPr>
          <a:xfrm>
            <a:off x="2" y="3231643"/>
            <a:ext cx="6065519" cy="3184256"/>
          </a:xfrm>
          <a:prstGeom prst="rect">
            <a:avLst/>
          </a:prstGeom>
          <a:noFill/>
          <a:ln>
            <a:noFill/>
          </a:ln>
        </p:spPr>
      </p:sp>
      <p:sp>
        <p:nvSpPr>
          <p:cNvPr id="99" name="Google Shape;99;p12"/>
          <p:cNvSpPr/>
          <p:nvPr>
            <p:ph idx="3" type="pic"/>
          </p:nvPr>
        </p:nvSpPr>
        <p:spPr>
          <a:xfrm>
            <a:off x="6126480" y="3231643"/>
            <a:ext cx="6065523" cy="3172968"/>
          </a:xfrm>
          <a:prstGeom prst="rect">
            <a:avLst/>
          </a:prstGeom>
          <a:noFill/>
          <a:ln>
            <a:noFill/>
          </a:ln>
        </p:spPr>
      </p:sp>
      <p:sp>
        <p:nvSpPr>
          <p:cNvPr id="100" name="Google Shape;100;p12"/>
          <p:cNvSpPr/>
          <p:nvPr>
            <p:ph idx="4" type="pic"/>
          </p:nvPr>
        </p:nvSpPr>
        <p:spPr>
          <a:xfrm>
            <a:off x="0" y="2"/>
            <a:ext cx="6065520" cy="3172968"/>
          </a:xfrm>
          <a:prstGeom prst="rect">
            <a:avLst/>
          </a:prstGeom>
          <a:noFill/>
          <a:ln>
            <a:noFill/>
          </a:ln>
        </p:spPr>
      </p:sp>
      <p:sp>
        <p:nvSpPr>
          <p:cNvPr id="101" name="Google Shape;101;p12"/>
          <p:cNvSpPr/>
          <p:nvPr>
            <p:ph idx="5" type="pic"/>
          </p:nvPr>
        </p:nvSpPr>
        <p:spPr>
          <a:xfrm>
            <a:off x="6126480" y="2"/>
            <a:ext cx="6065523" cy="3172968"/>
          </a:xfrm>
          <a:prstGeom prst="rect">
            <a:avLst/>
          </a:prstGeom>
          <a:noFill/>
          <a:ln>
            <a:noFill/>
          </a:ln>
        </p:spPr>
      </p:sp>
      <p:grpSp>
        <p:nvGrpSpPr>
          <p:cNvPr id="102" name="Google Shape;102;p12"/>
          <p:cNvGrpSpPr/>
          <p:nvPr/>
        </p:nvGrpSpPr>
        <p:grpSpPr>
          <a:xfrm>
            <a:off x="0" y="6395648"/>
            <a:ext cx="12192000" cy="470918"/>
            <a:chOff x="0" y="6395648"/>
            <a:chExt cx="12192000" cy="470918"/>
          </a:xfrm>
        </p:grpSpPr>
        <p:sp>
          <p:nvSpPr>
            <p:cNvPr id="103" name="Google Shape;103;p12"/>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04" name="Google Shape;104;p12"/>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105" name="Google Shape;105;p12"/>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106" name="Google Shape;106;p12"/>
          <p:cNvPicPr preferRelativeResize="0"/>
          <p:nvPr/>
        </p:nvPicPr>
        <p:blipFill rotWithShape="1">
          <a:blip r:embed="rId2">
            <a:alphaModFix/>
          </a:blip>
          <a:srcRect b="0" l="0" r="0" t="0"/>
          <a:stretch/>
        </p:blipFill>
        <p:spPr>
          <a:xfrm>
            <a:off x="838200" y="6415132"/>
            <a:ext cx="1816998" cy="448056"/>
          </a:xfrm>
          <a:prstGeom prst="rect">
            <a:avLst/>
          </a:prstGeom>
          <a:noFill/>
          <a:ln>
            <a:noFill/>
          </a:ln>
        </p:spPr>
      </p:pic>
      <p:sp>
        <p:nvSpPr>
          <p:cNvPr id="107" name="Google Shape;107;p12"/>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ield" showMasterSp="0">
  <p:cSld name="Closing Slide Shield">
    <p:bg>
      <p:bgPr>
        <a:solidFill>
          <a:schemeClr val="lt1"/>
        </a:solidFill>
      </p:bgPr>
    </p:bg>
    <p:spTree>
      <p:nvGrpSpPr>
        <p:cNvPr id="108" name="Shape 108"/>
        <p:cNvGrpSpPr/>
        <p:nvPr/>
      </p:nvGrpSpPr>
      <p:grpSpPr>
        <a:xfrm>
          <a:off x="0" y="0"/>
          <a:ext cx="0" cy="0"/>
          <a:chOff x="0" y="0"/>
          <a:chExt cx="0" cy="0"/>
        </a:xfrm>
      </p:grpSpPr>
      <p:grpSp>
        <p:nvGrpSpPr>
          <p:cNvPr id="109" name="Google Shape;109;p13"/>
          <p:cNvGrpSpPr/>
          <p:nvPr/>
        </p:nvGrpSpPr>
        <p:grpSpPr>
          <a:xfrm>
            <a:off x="6995160" y="-2087105"/>
            <a:ext cx="8384488" cy="10850515"/>
            <a:chOff x="3890639" y="-2045539"/>
            <a:chExt cx="8193228" cy="10603002"/>
          </a:xfrm>
        </p:grpSpPr>
        <p:pic>
          <p:nvPicPr>
            <p:cNvPr id="110" name="Google Shape;110;p13"/>
            <p:cNvPicPr preferRelativeResize="0"/>
            <p:nvPr/>
          </p:nvPicPr>
          <p:blipFill rotWithShape="1">
            <a:blip r:embed="rId2">
              <a:alphaModFix amt="30000"/>
            </a:blip>
            <a:srcRect b="0" l="0" r="0" t="0"/>
            <a:stretch/>
          </p:blipFill>
          <p:spPr>
            <a:xfrm>
              <a:off x="3890639" y="-2045539"/>
              <a:ext cx="8193228" cy="10603002"/>
            </a:xfrm>
            <a:prstGeom prst="rect">
              <a:avLst/>
            </a:prstGeom>
            <a:noFill/>
            <a:ln>
              <a:noFill/>
            </a:ln>
          </p:spPr>
        </p:pic>
        <p:pic>
          <p:nvPicPr>
            <p:cNvPr id="111" name="Google Shape;111;p13"/>
            <p:cNvPicPr preferRelativeResize="0"/>
            <p:nvPr/>
          </p:nvPicPr>
          <p:blipFill rotWithShape="1">
            <a:blip r:embed="rId3">
              <a:alphaModFix amt="15000"/>
            </a:blip>
            <a:srcRect b="0" l="0" r="0" t="0"/>
            <a:stretch/>
          </p:blipFill>
          <p:spPr>
            <a:xfrm>
              <a:off x="5173001" y="727132"/>
              <a:ext cx="5641848" cy="4936616"/>
            </a:xfrm>
            <a:prstGeom prst="rect">
              <a:avLst/>
            </a:prstGeom>
            <a:noFill/>
            <a:ln>
              <a:noFill/>
            </a:ln>
          </p:spPr>
        </p:pic>
      </p:grpSp>
      <p:sp>
        <p:nvSpPr>
          <p:cNvPr id="112" name="Google Shape;112;p13"/>
          <p:cNvSpPr txBox="1"/>
          <p:nvPr>
            <p:ph idx="1" type="body"/>
          </p:nvPr>
        </p:nvSpPr>
        <p:spPr>
          <a:xfrm>
            <a:off x="831852" y="2430928"/>
            <a:ext cx="5264149" cy="199178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b="0" i="0" sz="1800">
                <a:solidFill>
                  <a:srgbClr val="767676"/>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grpSp>
        <p:nvGrpSpPr>
          <p:cNvPr id="113" name="Google Shape;113;p13"/>
          <p:cNvGrpSpPr/>
          <p:nvPr/>
        </p:nvGrpSpPr>
        <p:grpSpPr>
          <a:xfrm>
            <a:off x="0" y="6395648"/>
            <a:ext cx="12192000" cy="470918"/>
            <a:chOff x="0" y="6395648"/>
            <a:chExt cx="12192000" cy="470918"/>
          </a:xfrm>
        </p:grpSpPr>
        <p:sp>
          <p:nvSpPr>
            <p:cNvPr id="114" name="Google Shape;114;p13"/>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15" name="Google Shape;115;p13"/>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116" name="Google Shape;116;p13"/>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117" name="Google Shape;117;p13"/>
          <p:cNvPicPr preferRelativeResize="0"/>
          <p:nvPr/>
        </p:nvPicPr>
        <p:blipFill rotWithShape="1">
          <a:blip r:embed="rId4">
            <a:alphaModFix/>
          </a:blip>
          <a:srcRect b="0" l="0" r="0" t="0"/>
          <a:stretch/>
        </p:blipFill>
        <p:spPr>
          <a:xfrm>
            <a:off x="831852" y="6418510"/>
            <a:ext cx="1816998" cy="448056"/>
          </a:xfrm>
          <a:prstGeom prst="rect">
            <a:avLst/>
          </a:prstGeom>
          <a:noFill/>
          <a:ln>
            <a:noFill/>
          </a:ln>
        </p:spPr>
      </p:pic>
      <p:sp>
        <p:nvSpPr>
          <p:cNvPr id="118" name="Google Shape;118;p13"/>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Image Background Shield" showMasterSp="0" type="title">
  <p:cSld name="TITLE">
    <p:spTree>
      <p:nvGrpSpPr>
        <p:cNvPr id="119" name="Shape 119"/>
        <p:cNvGrpSpPr/>
        <p:nvPr/>
      </p:nvGrpSpPr>
      <p:grpSpPr>
        <a:xfrm>
          <a:off x="0" y="0"/>
          <a:ext cx="0" cy="0"/>
          <a:chOff x="0" y="0"/>
          <a:chExt cx="0" cy="0"/>
        </a:xfrm>
      </p:grpSpPr>
      <p:pic>
        <p:nvPicPr>
          <p:cNvPr id="120" name="Google Shape;120;p14"/>
          <p:cNvPicPr preferRelativeResize="0"/>
          <p:nvPr/>
        </p:nvPicPr>
        <p:blipFill rotWithShape="1">
          <a:blip r:embed="rId2">
            <a:alphaModFix/>
          </a:blip>
          <a:srcRect b="0" l="0" r="0" t="0"/>
          <a:stretch/>
        </p:blipFill>
        <p:spPr>
          <a:xfrm>
            <a:off x="-1" y="0"/>
            <a:ext cx="12192001" cy="6824250"/>
          </a:xfrm>
          <a:prstGeom prst="rect">
            <a:avLst/>
          </a:prstGeom>
          <a:noFill/>
          <a:ln>
            <a:noFill/>
          </a:ln>
        </p:spPr>
      </p:pic>
      <p:pic>
        <p:nvPicPr>
          <p:cNvPr id="121" name="Google Shape;121;p14"/>
          <p:cNvPicPr preferRelativeResize="0"/>
          <p:nvPr/>
        </p:nvPicPr>
        <p:blipFill rotWithShape="1">
          <a:blip r:embed="rId3">
            <a:alphaModFix amt="80000"/>
          </a:blip>
          <a:srcRect b="0" l="0" r="0" t="0"/>
          <a:stretch/>
        </p:blipFill>
        <p:spPr>
          <a:xfrm>
            <a:off x="-2703201" y="-2649403"/>
            <a:ext cx="9640714" cy="12476217"/>
          </a:xfrm>
          <a:prstGeom prst="rect">
            <a:avLst/>
          </a:prstGeom>
          <a:noFill/>
          <a:ln>
            <a:noFill/>
          </a:ln>
        </p:spPr>
      </p:pic>
      <p:sp>
        <p:nvSpPr>
          <p:cNvPr id="122" name="Google Shape;122;p14"/>
          <p:cNvSpPr txBox="1"/>
          <p:nvPr>
            <p:ph type="ctrTitle"/>
          </p:nvPr>
        </p:nvSpPr>
        <p:spPr>
          <a:xfrm>
            <a:off x="914400" y="1201106"/>
            <a:ext cx="3776134" cy="2387600"/>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accent1"/>
              </a:buClr>
              <a:buSzPts val="4800"/>
              <a:buFont typeface="Helvetica Neue"/>
              <a:buNone/>
              <a:defRPr b="0" i="0" sz="48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4"/>
          <p:cNvSpPr txBox="1"/>
          <p:nvPr>
            <p:ph idx="1" type="subTitle"/>
          </p:nvPr>
        </p:nvSpPr>
        <p:spPr>
          <a:xfrm>
            <a:off x="950580" y="3680781"/>
            <a:ext cx="3739954" cy="623598"/>
          </a:xfrm>
          <a:prstGeom prst="rect">
            <a:avLst/>
          </a:prstGeom>
          <a:noFill/>
          <a:ln>
            <a:noFill/>
          </a:ln>
        </p:spPr>
        <p:txBody>
          <a:bodyPr anchorCtr="0" anchor="t" bIns="45700" lIns="0" spcFirstLastPara="1" rIns="0" wrap="square" tIns="45700">
            <a:noAutofit/>
          </a:bodyPr>
          <a:lstStyle>
            <a:lvl1pPr lvl="0" algn="l">
              <a:lnSpc>
                <a:spcPct val="90000"/>
              </a:lnSpc>
              <a:spcBef>
                <a:spcPts val="1000"/>
              </a:spcBef>
              <a:spcAft>
                <a:spcPts val="0"/>
              </a:spcAft>
              <a:buSzPts val="1800"/>
              <a:buNone/>
              <a:defRPr b="0" i="0" sz="1800">
                <a:solidFill>
                  <a:schemeClr val="dk1"/>
                </a:solidFill>
                <a:latin typeface="Helvetica Neue"/>
                <a:ea typeface="Helvetica Neue"/>
                <a:cs typeface="Helvetica Neue"/>
                <a:sym typeface="Helvetica Neue"/>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24" name="Google Shape;124;p14"/>
          <p:cNvGrpSpPr/>
          <p:nvPr/>
        </p:nvGrpSpPr>
        <p:grpSpPr>
          <a:xfrm>
            <a:off x="0" y="6395648"/>
            <a:ext cx="12192000" cy="470918"/>
            <a:chOff x="0" y="6395648"/>
            <a:chExt cx="12192000" cy="470918"/>
          </a:xfrm>
        </p:grpSpPr>
        <p:sp>
          <p:nvSpPr>
            <p:cNvPr id="125" name="Google Shape;125;p14"/>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26" name="Google Shape;126;p14"/>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127" name="Google Shape;127;p14"/>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128" name="Google Shape;128;p14"/>
          <p:cNvPicPr preferRelativeResize="0"/>
          <p:nvPr/>
        </p:nvPicPr>
        <p:blipFill rotWithShape="1">
          <a:blip r:embed="rId4">
            <a:alphaModFix/>
          </a:blip>
          <a:srcRect b="0" l="0" r="0" t="0"/>
          <a:stretch/>
        </p:blipFill>
        <p:spPr>
          <a:xfrm>
            <a:off x="838200" y="6415132"/>
            <a:ext cx="1816998" cy="448056"/>
          </a:xfrm>
          <a:prstGeom prst="rect">
            <a:avLst/>
          </a:prstGeom>
          <a:noFill/>
          <a:ln>
            <a:noFill/>
          </a:ln>
        </p:spPr>
      </p:pic>
      <p:sp>
        <p:nvSpPr>
          <p:cNvPr id="129" name="Google Shape;129;p14"/>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Image Background Bar" showMasterSp="0">
  <p:cSld name="Title Slide Image Background Bar">
    <p:spTree>
      <p:nvGrpSpPr>
        <p:cNvPr id="130" name="Shape 130"/>
        <p:cNvGrpSpPr/>
        <p:nvPr/>
      </p:nvGrpSpPr>
      <p:grpSpPr>
        <a:xfrm>
          <a:off x="0" y="0"/>
          <a:ext cx="0" cy="0"/>
          <a:chOff x="0" y="0"/>
          <a:chExt cx="0" cy="0"/>
        </a:xfrm>
      </p:grpSpPr>
      <p:pic>
        <p:nvPicPr>
          <p:cNvPr id="131" name="Google Shape;131;p15"/>
          <p:cNvPicPr preferRelativeResize="0"/>
          <p:nvPr/>
        </p:nvPicPr>
        <p:blipFill rotWithShape="1">
          <a:blip r:embed="rId2">
            <a:alphaModFix/>
          </a:blip>
          <a:srcRect b="0" l="0" r="0" t="0"/>
          <a:stretch/>
        </p:blipFill>
        <p:spPr>
          <a:xfrm>
            <a:off x="-1" y="0"/>
            <a:ext cx="12192000" cy="6834819"/>
          </a:xfrm>
          <a:prstGeom prst="rect">
            <a:avLst/>
          </a:prstGeom>
          <a:noFill/>
          <a:ln>
            <a:noFill/>
          </a:ln>
        </p:spPr>
      </p:pic>
      <p:sp>
        <p:nvSpPr>
          <p:cNvPr id="132" name="Google Shape;132;p15"/>
          <p:cNvSpPr/>
          <p:nvPr/>
        </p:nvSpPr>
        <p:spPr>
          <a:xfrm>
            <a:off x="-1" y="-15888"/>
            <a:ext cx="5306907" cy="6475015"/>
          </a:xfrm>
          <a:prstGeom prst="rect">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Helvetica Neue"/>
              <a:ea typeface="Helvetica Neue"/>
              <a:cs typeface="Helvetica Neue"/>
              <a:sym typeface="Helvetica Neue"/>
            </a:endParaRPr>
          </a:p>
        </p:txBody>
      </p:sp>
      <p:sp>
        <p:nvSpPr>
          <p:cNvPr id="133" name="Google Shape;133;p15"/>
          <p:cNvSpPr txBox="1"/>
          <p:nvPr>
            <p:ph type="ctrTitle"/>
          </p:nvPr>
        </p:nvSpPr>
        <p:spPr>
          <a:xfrm>
            <a:off x="914400" y="1201106"/>
            <a:ext cx="3776134" cy="2387600"/>
          </a:xfrm>
          <a:prstGeom prst="rect">
            <a:avLst/>
          </a:prstGeom>
          <a:noFill/>
          <a:ln>
            <a:noFill/>
          </a:ln>
        </p:spPr>
        <p:txBody>
          <a:bodyPr anchorCtr="0" anchor="b" bIns="45700" lIns="0" spcFirstLastPara="1" rIns="0" wrap="square" tIns="45700">
            <a:noAutofit/>
          </a:bodyPr>
          <a:lstStyle>
            <a:lvl1pPr lvl="0" algn="l">
              <a:lnSpc>
                <a:spcPct val="90000"/>
              </a:lnSpc>
              <a:spcBef>
                <a:spcPts val="0"/>
              </a:spcBef>
              <a:spcAft>
                <a:spcPts val="0"/>
              </a:spcAft>
              <a:buClr>
                <a:schemeClr val="accent1"/>
              </a:buClr>
              <a:buSzPts val="4800"/>
              <a:buFont typeface="Helvetica Neue"/>
              <a:buNone/>
              <a:defRPr b="0" i="0" sz="48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15"/>
          <p:cNvSpPr txBox="1"/>
          <p:nvPr>
            <p:ph idx="1" type="subTitle"/>
          </p:nvPr>
        </p:nvSpPr>
        <p:spPr>
          <a:xfrm>
            <a:off x="950580" y="3680781"/>
            <a:ext cx="3739954" cy="623598"/>
          </a:xfrm>
          <a:prstGeom prst="rect">
            <a:avLst/>
          </a:prstGeom>
          <a:noFill/>
          <a:ln>
            <a:noFill/>
          </a:ln>
        </p:spPr>
        <p:txBody>
          <a:bodyPr anchorCtr="0" anchor="t" bIns="45700" lIns="0" spcFirstLastPara="1" rIns="0" wrap="square" tIns="45700">
            <a:noAutofit/>
          </a:bodyPr>
          <a:lstStyle>
            <a:lvl1pPr lvl="0" algn="l">
              <a:lnSpc>
                <a:spcPct val="90000"/>
              </a:lnSpc>
              <a:spcBef>
                <a:spcPts val="1000"/>
              </a:spcBef>
              <a:spcAft>
                <a:spcPts val="0"/>
              </a:spcAft>
              <a:buSzPts val="1800"/>
              <a:buNone/>
              <a:defRPr b="0" i="0" sz="1800">
                <a:solidFill>
                  <a:schemeClr val="dk1"/>
                </a:solidFill>
                <a:latin typeface="Helvetica Neue"/>
                <a:ea typeface="Helvetica Neue"/>
                <a:cs typeface="Helvetica Neue"/>
                <a:sym typeface="Helvetica Neue"/>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35" name="Google Shape;135;p15"/>
          <p:cNvGrpSpPr/>
          <p:nvPr/>
        </p:nvGrpSpPr>
        <p:grpSpPr>
          <a:xfrm>
            <a:off x="0" y="6395648"/>
            <a:ext cx="12192000" cy="470918"/>
            <a:chOff x="0" y="6395648"/>
            <a:chExt cx="12192000" cy="470918"/>
          </a:xfrm>
        </p:grpSpPr>
        <p:sp>
          <p:nvSpPr>
            <p:cNvPr id="136" name="Google Shape;136;p15"/>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37" name="Google Shape;137;p15"/>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138" name="Google Shape;138;p15"/>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139" name="Google Shape;139;p15"/>
          <p:cNvPicPr preferRelativeResize="0"/>
          <p:nvPr/>
        </p:nvPicPr>
        <p:blipFill rotWithShape="1">
          <a:blip r:embed="rId3">
            <a:alphaModFix/>
          </a:blip>
          <a:srcRect b="0" l="0" r="0" t="0"/>
          <a:stretch/>
        </p:blipFill>
        <p:spPr>
          <a:xfrm>
            <a:off x="838200" y="6415132"/>
            <a:ext cx="1816998" cy="448056"/>
          </a:xfrm>
          <a:prstGeom prst="rect">
            <a:avLst/>
          </a:prstGeom>
          <a:noFill/>
          <a:ln>
            <a:noFill/>
          </a:ln>
        </p:spPr>
      </p:pic>
      <p:sp>
        <p:nvSpPr>
          <p:cNvPr id="140" name="Google Shape;140;p15"/>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ey Phoenix" showMasterSp="0">
  <p:cSld name="Title Slide Grey Phoenix">
    <p:bg>
      <p:bgPr>
        <a:solidFill>
          <a:schemeClr val="lt1"/>
        </a:solidFill>
      </p:bgPr>
    </p:bg>
    <p:spTree>
      <p:nvGrpSpPr>
        <p:cNvPr id="141" name="Shape 141"/>
        <p:cNvGrpSpPr/>
        <p:nvPr/>
      </p:nvGrpSpPr>
      <p:grpSpPr>
        <a:xfrm>
          <a:off x="0" y="0"/>
          <a:ext cx="0" cy="0"/>
          <a:chOff x="0" y="0"/>
          <a:chExt cx="0" cy="0"/>
        </a:xfrm>
      </p:grpSpPr>
      <p:pic>
        <p:nvPicPr>
          <p:cNvPr id="142" name="Google Shape;142;p16"/>
          <p:cNvPicPr preferRelativeResize="0"/>
          <p:nvPr/>
        </p:nvPicPr>
        <p:blipFill rotWithShape="1">
          <a:blip r:embed="rId2">
            <a:alphaModFix amt="15000"/>
          </a:blip>
          <a:srcRect b="0" l="0" r="0" t="0"/>
          <a:stretch/>
        </p:blipFill>
        <p:spPr>
          <a:xfrm>
            <a:off x="8307457" y="750290"/>
            <a:ext cx="5773549" cy="5051855"/>
          </a:xfrm>
          <a:prstGeom prst="rect">
            <a:avLst/>
          </a:prstGeom>
          <a:noFill/>
          <a:ln>
            <a:noFill/>
          </a:ln>
        </p:spPr>
      </p:pic>
      <p:sp>
        <p:nvSpPr>
          <p:cNvPr id="143" name="Google Shape;143;p16"/>
          <p:cNvSpPr txBox="1"/>
          <p:nvPr>
            <p:ph type="ctrTitle"/>
          </p:nvPr>
        </p:nvSpPr>
        <p:spPr>
          <a:xfrm>
            <a:off x="914400" y="1201106"/>
            <a:ext cx="5583936" cy="23876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4800"/>
              <a:buFont typeface="Helvetica Neue"/>
              <a:buNone/>
              <a:defRPr b="0" i="0" sz="48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16"/>
          <p:cNvSpPr txBox="1"/>
          <p:nvPr>
            <p:ph idx="1" type="subTitle"/>
          </p:nvPr>
        </p:nvSpPr>
        <p:spPr>
          <a:xfrm>
            <a:off x="950579" y="3680781"/>
            <a:ext cx="5551823" cy="623598"/>
          </a:xfrm>
          <a:prstGeom prst="rect">
            <a:avLst/>
          </a:prstGeom>
          <a:noFill/>
          <a:ln>
            <a:noFill/>
          </a:ln>
        </p:spPr>
        <p:txBody>
          <a:bodyPr anchorCtr="0" anchor="t" bIns="45700" lIns="0" spcFirstLastPara="1" rIns="0" wrap="square" tIns="45700">
            <a:normAutofit/>
          </a:bodyPr>
          <a:lstStyle>
            <a:lvl1pPr lvl="0" algn="l">
              <a:lnSpc>
                <a:spcPct val="90000"/>
              </a:lnSpc>
              <a:spcBef>
                <a:spcPts val="1000"/>
              </a:spcBef>
              <a:spcAft>
                <a:spcPts val="0"/>
              </a:spcAft>
              <a:buSzPts val="1800"/>
              <a:buNone/>
              <a:defRPr b="0" i="0" sz="1800">
                <a:solidFill>
                  <a:schemeClr val="dk2"/>
                </a:solidFill>
                <a:latin typeface="Helvetica Neue"/>
                <a:ea typeface="Helvetica Neue"/>
                <a:cs typeface="Helvetica Neue"/>
                <a:sym typeface="Helvetica Neue"/>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45" name="Google Shape;145;p16"/>
          <p:cNvGrpSpPr/>
          <p:nvPr/>
        </p:nvGrpSpPr>
        <p:grpSpPr>
          <a:xfrm>
            <a:off x="0" y="6395648"/>
            <a:ext cx="12192000" cy="470918"/>
            <a:chOff x="0" y="6395648"/>
            <a:chExt cx="12192000" cy="470918"/>
          </a:xfrm>
        </p:grpSpPr>
        <p:sp>
          <p:nvSpPr>
            <p:cNvPr id="146" name="Google Shape;146;p16"/>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47" name="Google Shape;147;p16"/>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148" name="Google Shape;148;p16"/>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149" name="Google Shape;149;p16"/>
          <p:cNvPicPr preferRelativeResize="0"/>
          <p:nvPr/>
        </p:nvPicPr>
        <p:blipFill rotWithShape="1">
          <a:blip r:embed="rId3">
            <a:alphaModFix/>
          </a:blip>
          <a:srcRect b="0" l="0" r="0" t="0"/>
          <a:stretch/>
        </p:blipFill>
        <p:spPr>
          <a:xfrm>
            <a:off x="838200" y="6415132"/>
            <a:ext cx="1816998" cy="448056"/>
          </a:xfrm>
          <a:prstGeom prst="rect">
            <a:avLst/>
          </a:prstGeom>
          <a:noFill/>
          <a:ln>
            <a:noFill/>
          </a:ln>
        </p:spPr>
      </p:pic>
      <p:sp>
        <p:nvSpPr>
          <p:cNvPr id="150" name="Google Shape;150;p16"/>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ey Bar" showMasterSp="0">
  <p:cSld name="Title Slide Grey Bar">
    <p:bg>
      <p:bgPr>
        <a:solidFill>
          <a:schemeClr val="lt1"/>
        </a:solidFill>
      </p:bgPr>
    </p:bg>
    <p:spTree>
      <p:nvGrpSpPr>
        <p:cNvPr id="151" name="Shape 151"/>
        <p:cNvGrpSpPr/>
        <p:nvPr/>
      </p:nvGrpSpPr>
      <p:grpSpPr>
        <a:xfrm>
          <a:off x="0" y="0"/>
          <a:ext cx="0" cy="0"/>
          <a:chOff x="0" y="0"/>
          <a:chExt cx="0" cy="0"/>
        </a:xfrm>
      </p:grpSpPr>
      <p:grpSp>
        <p:nvGrpSpPr>
          <p:cNvPr id="152" name="Google Shape;152;p17"/>
          <p:cNvGrpSpPr/>
          <p:nvPr/>
        </p:nvGrpSpPr>
        <p:grpSpPr>
          <a:xfrm>
            <a:off x="8311896" y="0"/>
            <a:ext cx="5773549" cy="6400800"/>
            <a:chOff x="5156004" y="0"/>
            <a:chExt cx="5773549" cy="6400800"/>
          </a:xfrm>
        </p:grpSpPr>
        <p:sp>
          <p:nvSpPr>
            <p:cNvPr id="153" name="Google Shape;153;p17"/>
            <p:cNvSpPr/>
            <p:nvPr/>
          </p:nvSpPr>
          <p:spPr>
            <a:xfrm>
              <a:off x="5303520" y="0"/>
              <a:ext cx="3840480" cy="64008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Helvetica Neue"/>
                <a:ea typeface="Helvetica Neue"/>
                <a:cs typeface="Helvetica Neue"/>
                <a:sym typeface="Helvetica Neue"/>
              </a:endParaRPr>
            </a:p>
          </p:txBody>
        </p:sp>
        <p:pic>
          <p:nvPicPr>
            <p:cNvPr id="154" name="Google Shape;154;p17"/>
            <p:cNvPicPr preferRelativeResize="0"/>
            <p:nvPr/>
          </p:nvPicPr>
          <p:blipFill rotWithShape="1">
            <a:blip r:embed="rId2">
              <a:alphaModFix amt="15000"/>
            </a:blip>
            <a:srcRect b="0" l="0" r="0" t="0"/>
            <a:stretch/>
          </p:blipFill>
          <p:spPr>
            <a:xfrm>
              <a:off x="5156004" y="750290"/>
              <a:ext cx="5773549" cy="5051855"/>
            </a:xfrm>
            <a:prstGeom prst="rect">
              <a:avLst/>
            </a:prstGeom>
            <a:noFill/>
            <a:ln>
              <a:noFill/>
            </a:ln>
          </p:spPr>
        </p:pic>
      </p:grpSp>
      <p:sp>
        <p:nvSpPr>
          <p:cNvPr id="155" name="Google Shape;155;p17"/>
          <p:cNvSpPr txBox="1"/>
          <p:nvPr>
            <p:ph type="ctrTitle"/>
          </p:nvPr>
        </p:nvSpPr>
        <p:spPr>
          <a:xfrm>
            <a:off x="914400" y="1201106"/>
            <a:ext cx="5583936" cy="23876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4800"/>
              <a:buFont typeface="Helvetica Neue"/>
              <a:buNone/>
              <a:defRPr b="0" i="0" sz="4800">
                <a:solidFill>
                  <a:schemeClr val="accen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17"/>
          <p:cNvSpPr txBox="1"/>
          <p:nvPr>
            <p:ph idx="1" type="subTitle"/>
          </p:nvPr>
        </p:nvSpPr>
        <p:spPr>
          <a:xfrm>
            <a:off x="950579" y="3680781"/>
            <a:ext cx="5551823" cy="623598"/>
          </a:xfrm>
          <a:prstGeom prst="rect">
            <a:avLst/>
          </a:prstGeom>
          <a:noFill/>
          <a:ln>
            <a:noFill/>
          </a:ln>
        </p:spPr>
        <p:txBody>
          <a:bodyPr anchorCtr="0" anchor="t" bIns="45700" lIns="0" spcFirstLastPara="1" rIns="0" wrap="square" tIns="45700">
            <a:normAutofit/>
          </a:bodyPr>
          <a:lstStyle>
            <a:lvl1pPr lvl="0" algn="l">
              <a:lnSpc>
                <a:spcPct val="90000"/>
              </a:lnSpc>
              <a:spcBef>
                <a:spcPts val="1000"/>
              </a:spcBef>
              <a:spcAft>
                <a:spcPts val="0"/>
              </a:spcAft>
              <a:buSzPts val="1800"/>
              <a:buNone/>
              <a:defRPr b="0" i="0" sz="1800">
                <a:solidFill>
                  <a:schemeClr val="dk2"/>
                </a:solidFill>
                <a:latin typeface="Helvetica Neue"/>
                <a:ea typeface="Helvetica Neue"/>
                <a:cs typeface="Helvetica Neue"/>
                <a:sym typeface="Helvetica Neue"/>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57" name="Google Shape;157;p17"/>
          <p:cNvGrpSpPr/>
          <p:nvPr/>
        </p:nvGrpSpPr>
        <p:grpSpPr>
          <a:xfrm>
            <a:off x="0" y="6395648"/>
            <a:ext cx="12192000" cy="470918"/>
            <a:chOff x="0" y="6395648"/>
            <a:chExt cx="12192000" cy="470918"/>
          </a:xfrm>
        </p:grpSpPr>
        <p:sp>
          <p:nvSpPr>
            <p:cNvPr id="158" name="Google Shape;158;p17"/>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59" name="Google Shape;159;p17"/>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160" name="Google Shape;160;p17"/>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161" name="Google Shape;161;p17"/>
          <p:cNvPicPr preferRelativeResize="0"/>
          <p:nvPr/>
        </p:nvPicPr>
        <p:blipFill rotWithShape="1">
          <a:blip r:embed="rId3">
            <a:alphaModFix/>
          </a:blip>
          <a:srcRect b="0" l="0" r="0" t="0"/>
          <a:stretch/>
        </p:blipFill>
        <p:spPr>
          <a:xfrm>
            <a:off x="838200" y="6415132"/>
            <a:ext cx="1816998" cy="448056"/>
          </a:xfrm>
          <a:prstGeom prst="rect">
            <a:avLst/>
          </a:prstGeom>
          <a:noFill/>
          <a:ln>
            <a:noFill/>
          </a:ln>
        </p:spPr>
      </p:pic>
      <p:sp>
        <p:nvSpPr>
          <p:cNvPr id="162" name="Google Shape;162;p17"/>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Dark Greystone" showMasterSp="0">
  <p:cSld name="Title Slide Dark Greystone">
    <p:bg>
      <p:bgPr>
        <a:solidFill>
          <a:schemeClr val="dk2"/>
        </a:solidFill>
      </p:bgPr>
    </p:bg>
    <p:spTree>
      <p:nvGrpSpPr>
        <p:cNvPr id="163" name="Shape 163"/>
        <p:cNvGrpSpPr/>
        <p:nvPr/>
      </p:nvGrpSpPr>
      <p:grpSpPr>
        <a:xfrm>
          <a:off x="0" y="0"/>
          <a:ext cx="0" cy="0"/>
          <a:chOff x="0" y="0"/>
          <a:chExt cx="0" cy="0"/>
        </a:xfrm>
      </p:grpSpPr>
      <p:grpSp>
        <p:nvGrpSpPr>
          <p:cNvPr id="164" name="Google Shape;164;p18"/>
          <p:cNvGrpSpPr/>
          <p:nvPr/>
        </p:nvGrpSpPr>
        <p:grpSpPr>
          <a:xfrm>
            <a:off x="8311896" y="0"/>
            <a:ext cx="5773549" cy="6400800"/>
            <a:chOff x="5156004" y="0"/>
            <a:chExt cx="5773549" cy="6400800"/>
          </a:xfrm>
        </p:grpSpPr>
        <p:sp>
          <p:nvSpPr>
            <p:cNvPr id="165" name="Google Shape;165;p18"/>
            <p:cNvSpPr/>
            <p:nvPr/>
          </p:nvSpPr>
          <p:spPr>
            <a:xfrm>
              <a:off x="5303520" y="0"/>
              <a:ext cx="3732588" cy="6400800"/>
            </a:xfrm>
            <a:prstGeom prst="rect">
              <a:avLst/>
            </a:prstGeom>
            <a:solidFill>
              <a:srgbClr val="A6A6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Helvetica Neue"/>
                <a:ea typeface="Helvetica Neue"/>
                <a:cs typeface="Helvetica Neue"/>
                <a:sym typeface="Helvetica Neue"/>
              </a:endParaRPr>
            </a:p>
          </p:txBody>
        </p:sp>
        <p:pic>
          <p:nvPicPr>
            <p:cNvPr id="166" name="Google Shape;166;p18"/>
            <p:cNvPicPr preferRelativeResize="0"/>
            <p:nvPr/>
          </p:nvPicPr>
          <p:blipFill rotWithShape="1">
            <a:blip r:embed="rId2">
              <a:alphaModFix amt="30000"/>
            </a:blip>
            <a:srcRect b="0" l="0" r="0" t="0"/>
            <a:stretch/>
          </p:blipFill>
          <p:spPr>
            <a:xfrm>
              <a:off x="5156004" y="749809"/>
              <a:ext cx="5773549" cy="5051855"/>
            </a:xfrm>
            <a:prstGeom prst="rect">
              <a:avLst/>
            </a:prstGeom>
            <a:noFill/>
            <a:ln>
              <a:noFill/>
            </a:ln>
          </p:spPr>
        </p:pic>
      </p:grpSp>
      <p:sp>
        <p:nvSpPr>
          <p:cNvPr id="167" name="Google Shape;167;p18"/>
          <p:cNvSpPr txBox="1"/>
          <p:nvPr>
            <p:ph type="ctrTitle"/>
          </p:nvPr>
        </p:nvSpPr>
        <p:spPr>
          <a:xfrm>
            <a:off x="914400" y="1201106"/>
            <a:ext cx="5583936" cy="2387600"/>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lt1"/>
              </a:buClr>
              <a:buSzPts val="4800"/>
              <a:buFont typeface="Helvetica Neue"/>
              <a:buNone/>
              <a:defRPr b="0" i="0" sz="4800">
                <a:solidFill>
                  <a:schemeClr val="l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18"/>
          <p:cNvSpPr txBox="1"/>
          <p:nvPr>
            <p:ph idx="1" type="subTitle"/>
          </p:nvPr>
        </p:nvSpPr>
        <p:spPr>
          <a:xfrm>
            <a:off x="950579" y="3680781"/>
            <a:ext cx="5551823" cy="623598"/>
          </a:xfrm>
          <a:prstGeom prst="rect">
            <a:avLst/>
          </a:prstGeom>
          <a:noFill/>
          <a:ln>
            <a:noFill/>
          </a:ln>
        </p:spPr>
        <p:txBody>
          <a:bodyPr anchorCtr="0" anchor="t" bIns="45700" lIns="0" spcFirstLastPara="1" rIns="0" wrap="square" tIns="45700">
            <a:normAutofit/>
          </a:bodyPr>
          <a:lstStyle>
            <a:lvl1pPr lvl="0" algn="l">
              <a:lnSpc>
                <a:spcPct val="90000"/>
              </a:lnSpc>
              <a:spcBef>
                <a:spcPts val="1000"/>
              </a:spcBef>
              <a:spcAft>
                <a:spcPts val="0"/>
              </a:spcAft>
              <a:buSzPts val="1800"/>
              <a:buNone/>
              <a:defRPr b="0" i="0" sz="1800">
                <a:solidFill>
                  <a:schemeClr val="lt1"/>
                </a:solidFill>
                <a:latin typeface="Helvetica Neue"/>
                <a:ea typeface="Helvetica Neue"/>
                <a:cs typeface="Helvetica Neue"/>
                <a:sym typeface="Helvetica Neue"/>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69" name="Google Shape;169;p18"/>
          <p:cNvGrpSpPr/>
          <p:nvPr/>
        </p:nvGrpSpPr>
        <p:grpSpPr>
          <a:xfrm>
            <a:off x="0" y="6395648"/>
            <a:ext cx="12192000" cy="470918"/>
            <a:chOff x="0" y="6395648"/>
            <a:chExt cx="12192000" cy="470918"/>
          </a:xfrm>
        </p:grpSpPr>
        <p:sp>
          <p:nvSpPr>
            <p:cNvPr id="170" name="Google Shape;170;p18"/>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71" name="Google Shape;171;p18"/>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172" name="Google Shape;172;p18"/>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173" name="Google Shape;173;p18"/>
          <p:cNvPicPr preferRelativeResize="0"/>
          <p:nvPr/>
        </p:nvPicPr>
        <p:blipFill rotWithShape="1">
          <a:blip r:embed="rId3">
            <a:alphaModFix/>
          </a:blip>
          <a:srcRect b="0" l="0" r="0" t="0"/>
          <a:stretch/>
        </p:blipFill>
        <p:spPr>
          <a:xfrm>
            <a:off x="838200" y="6415132"/>
            <a:ext cx="1816998" cy="448056"/>
          </a:xfrm>
          <a:prstGeom prst="rect">
            <a:avLst/>
          </a:prstGeom>
          <a:noFill/>
          <a:ln>
            <a:noFill/>
          </a:ln>
        </p:spPr>
      </p:pic>
      <p:sp>
        <p:nvSpPr>
          <p:cNvPr id="174" name="Google Shape;174;p18"/>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Greystone" showMasterSp="0">
  <p:cSld name="Section Header Light Greystone">
    <p:bg>
      <p:bgPr>
        <a:solidFill>
          <a:schemeClr val="lt2"/>
        </a:solidFill>
      </p:bgPr>
    </p:bg>
    <p:spTree>
      <p:nvGrpSpPr>
        <p:cNvPr id="175" name="Shape 175"/>
        <p:cNvGrpSpPr/>
        <p:nvPr/>
      </p:nvGrpSpPr>
      <p:grpSpPr>
        <a:xfrm>
          <a:off x="0" y="0"/>
          <a:ext cx="0" cy="0"/>
          <a:chOff x="0" y="0"/>
          <a:chExt cx="0" cy="0"/>
        </a:xfrm>
      </p:grpSpPr>
      <p:sp>
        <p:nvSpPr>
          <p:cNvPr id="176" name="Google Shape;176;p19"/>
          <p:cNvSpPr txBox="1"/>
          <p:nvPr>
            <p:ph type="title"/>
          </p:nvPr>
        </p:nvSpPr>
        <p:spPr>
          <a:xfrm>
            <a:off x="831851" y="2359716"/>
            <a:ext cx="10515600" cy="2581861"/>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chemeClr val="accent1"/>
              </a:buClr>
              <a:buSzPts val="4000"/>
              <a:buFont typeface="Helvetica Neue"/>
              <a:buNone/>
              <a:defRPr b="0" i="0" sz="40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19"/>
          <p:cNvSpPr txBox="1"/>
          <p:nvPr>
            <p:ph idx="1" type="body"/>
          </p:nvPr>
        </p:nvSpPr>
        <p:spPr>
          <a:xfrm>
            <a:off x="831851" y="4968566"/>
            <a:ext cx="10515600" cy="92551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b="0" i="0" sz="1800">
                <a:solidFill>
                  <a:schemeClr val="dk1"/>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id="178" name="Google Shape;178;p19"/>
          <p:cNvPicPr preferRelativeResize="0"/>
          <p:nvPr/>
        </p:nvPicPr>
        <p:blipFill rotWithShape="1">
          <a:blip r:embed="rId2">
            <a:alphaModFix amt="25000"/>
          </a:blip>
          <a:srcRect b="0" l="0" r="0" t="0"/>
          <a:stretch/>
        </p:blipFill>
        <p:spPr>
          <a:xfrm>
            <a:off x="9427464" y="0"/>
            <a:ext cx="3836416" cy="3356864"/>
          </a:xfrm>
          <a:prstGeom prst="rect">
            <a:avLst/>
          </a:prstGeom>
          <a:noFill/>
          <a:ln>
            <a:noFill/>
          </a:ln>
        </p:spPr>
      </p:pic>
      <p:grpSp>
        <p:nvGrpSpPr>
          <p:cNvPr id="179" name="Google Shape;179;p19"/>
          <p:cNvGrpSpPr/>
          <p:nvPr/>
        </p:nvGrpSpPr>
        <p:grpSpPr>
          <a:xfrm>
            <a:off x="0" y="6395648"/>
            <a:ext cx="12192000" cy="470918"/>
            <a:chOff x="0" y="6395648"/>
            <a:chExt cx="12192000" cy="470918"/>
          </a:xfrm>
        </p:grpSpPr>
        <p:sp>
          <p:nvSpPr>
            <p:cNvPr id="180" name="Google Shape;180;p19"/>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81" name="Google Shape;181;p19"/>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182" name="Google Shape;182;p19"/>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183" name="Google Shape;183;p19"/>
          <p:cNvPicPr preferRelativeResize="0"/>
          <p:nvPr/>
        </p:nvPicPr>
        <p:blipFill rotWithShape="1">
          <a:blip r:embed="rId3">
            <a:alphaModFix/>
          </a:blip>
          <a:srcRect b="0" l="0" r="0" t="0"/>
          <a:stretch/>
        </p:blipFill>
        <p:spPr>
          <a:xfrm>
            <a:off x="838200" y="6415132"/>
            <a:ext cx="1816998" cy="448056"/>
          </a:xfrm>
          <a:prstGeom prst="rect">
            <a:avLst/>
          </a:prstGeom>
          <a:noFill/>
          <a:ln>
            <a:noFill/>
          </a:ln>
        </p:spPr>
      </p:pic>
      <p:sp>
        <p:nvSpPr>
          <p:cNvPr id="184" name="Google Shape;184;p19"/>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aroon" showMasterSp="0">
  <p:cSld name="Section Header Maroon">
    <p:bg>
      <p:bgPr>
        <a:solidFill>
          <a:schemeClr val="lt1"/>
        </a:solidFill>
      </p:bgPr>
    </p:bg>
    <p:spTree>
      <p:nvGrpSpPr>
        <p:cNvPr id="185" name="Shape 185"/>
        <p:cNvGrpSpPr/>
        <p:nvPr/>
      </p:nvGrpSpPr>
      <p:grpSpPr>
        <a:xfrm>
          <a:off x="0" y="0"/>
          <a:ext cx="0" cy="0"/>
          <a:chOff x="0" y="0"/>
          <a:chExt cx="0" cy="0"/>
        </a:xfrm>
      </p:grpSpPr>
      <p:sp>
        <p:nvSpPr>
          <p:cNvPr id="186" name="Google Shape;186;p20"/>
          <p:cNvSpPr/>
          <p:nvPr/>
        </p:nvSpPr>
        <p:spPr>
          <a:xfrm>
            <a:off x="0" y="3"/>
            <a:ext cx="12192000" cy="6865237"/>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sp>
        <p:nvSpPr>
          <p:cNvPr id="187" name="Google Shape;187;p20"/>
          <p:cNvSpPr txBox="1"/>
          <p:nvPr>
            <p:ph idx="1" type="body"/>
          </p:nvPr>
        </p:nvSpPr>
        <p:spPr>
          <a:xfrm>
            <a:off x="831851" y="4968566"/>
            <a:ext cx="10515600" cy="92551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b="0" i="0" sz="1800">
                <a:solidFill>
                  <a:schemeClr val="lt1"/>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88" name="Google Shape;188;p20"/>
          <p:cNvSpPr txBox="1"/>
          <p:nvPr>
            <p:ph type="title"/>
          </p:nvPr>
        </p:nvSpPr>
        <p:spPr>
          <a:xfrm>
            <a:off x="831851" y="2359716"/>
            <a:ext cx="10515600" cy="2581861"/>
          </a:xfrm>
          <a:prstGeom prst="rect">
            <a:avLst/>
          </a:prstGeom>
          <a:noFill/>
          <a:ln>
            <a:noFill/>
          </a:ln>
        </p:spPr>
        <p:txBody>
          <a:bodyPr anchorCtr="0" anchor="b" bIns="45700" lIns="0" spcFirstLastPara="1" rIns="0" wrap="square" tIns="45700">
            <a:normAutofit/>
          </a:bodyPr>
          <a:lstStyle>
            <a:lvl1pPr lvl="0" algn="l">
              <a:lnSpc>
                <a:spcPct val="90000"/>
              </a:lnSpc>
              <a:spcBef>
                <a:spcPts val="0"/>
              </a:spcBef>
              <a:spcAft>
                <a:spcPts val="0"/>
              </a:spcAft>
              <a:buClr>
                <a:srgbClr val="F2F2F2"/>
              </a:buClr>
              <a:buSzPts val="4000"/>
              <a:buFont typeface="Helvetica Neue"/>
              <a:buNone/>
              <a:defRPr b="0" i="0" sz="4000">
                <a:solidFill>
                  <a:srgbClr val="F2F2F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89" name="Google Shape;189;p20"/>
          <p:cNvGrpSpPr/>
          <p:nvPr/>
        </p:nvGrpSpPr>
        <p:grpSpPr>
          <a:xfrm>
            <a:off x="0" y="6395648"/>
            <a:ext cx="12192000" cy="470918"/>
            <a:chOff x="0" y="6395648"/>
            <a:chExt cx="12192000" cy="470918"/>
          </a:xfrm>
        </p:grpSpPr>
        <p:sp>
          <p:nvSpPr>
            <p:cNvPr id="190" name="Google Shape;190;p20"/>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191" name="Google Shape;191;p20"/>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192" name="Google Shape;192;p20"/>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id="193" name="Google Shape;193;p20"/>
          <p:cNvPicPr preferRelativeResize="0"/>
          <p:nvPr/>
        </p:nvPicPr>
        <p:blipFill rotWithShape="1">
          <a:blip r:embed="rId2">
            <a:alphaModFix amt="50000"/>
          </a:blip>
          <a:srcRect b="0" l="0" r="0" t="0"/>
          <a:stretch/>
        </p:blipFill>
        <p:spPr>
          <a:xfrm>
            <a:off x="9427464" y="0"/>
            <a:ext cx="3836416" cy="3356864"/>
          </a:xfrm>
          <a:prstGeom prst="rect">
            <a:avLst/>
          </a:prstGeom>
          <a:noFill/>
          <a:ln>
            <a:noFill/>
          </a:ln>
        </p:spPr>
      </p:pic>
      <p:pic>
        <p:nvPicPr>
          <p:cNvPr descr="Graphical user interface, text, email&#10;&#10;Description automatically generated" id="194" name="Google Shape;194;p20"/>
          <p:cNvPicPr preferRelativeResize="0"/>
          <p:nvPr/>
        </p:nvPicPr>
        <p:blipFill rotWithShape="1">
          <a:blip r:embed="rId3">
            <a:alphaModFix/>
          </a:blip>
          <a:srcRect b="0" l="0" r="0" t="0"/>
          <a:stretch/>
        </p:blipFill>
        <p:spPr>
          <a:xfrm>
            <a:off x="838200" y="6415132"/>
            <a:ext cx="1816998" cy="448056"/>
          </a:xfrm>
          <a:prstGeom prst="rect">
            <a:avLst/>
          </a:prstGeom>
          <a:noFill/>
          <a:ln>
            <a:noFill/>
          </a:ln>
        </p:spPr>
      </p:pic>
      <p:sp>
        <p:nvSpPr>
          <p:cNvPr id="195" name="Google Shape;195;p20"/>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6" name="Shape 196"/>
        <p:cNvGrpSpPr/>
        <p:nvPr/>
      </p:nvGrpSpPr>
      <p:grpSpPr>
        <a:xfrm>
          <a:off x="0" y="0"/>
          <a:ext cx="0" cy="0"/>
          <a:chOff x="0" y="0"/>
          <a:chExt cx="0" cy="0"/>
        </a:xfrm>
      </p:grpSpPr>
      <p:sp>
        <p:nvSpPr>
          <p:cNvPr id="197" name="Google Shape;197;p21"/>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lvl1pPr lvl="0" algn="l">
              <a:lnSpc>
                <a:spcPct val="90000"/>
              </a:lnSpc>
              <a:spcBef>
                <a:spcPts val="0"/>
              </a:spcBef>
              <a:spcAft>
                <a:spcPts val="0"/>
              </a:spcAft>
              <a:buClr>
                <a:srgbClr val="800000"/>
              </a:buClr>
              <a:buSzPts val="3600"/>
              <a:buFont typeface="Helvetica Neue"/>
              <a:buNone/>
              <a:defRPr b="0"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21"/>
          <p:cNvSpPr txBox="1"/>
          <p:nvPr>
            <p:ph idx="1" type="body"/>
          </p:nvPr>
        </p:nvSpPr>
        <p:spPr>
          <a:xfrm>
            <a:off x="838200" y="1825625"/>
            <a:ext cx="5181600" cy="4351338"/>
          </a:xfrm>
          <a:prstGeom prst="rect">
            <a:avLst/>
          </a:prstGeom>
          <a:noFill/>
          <a:ln>
            <a:noFill/>
          </a:ln>
        </p:spPr>
        <p:txBody>
          <a:bodyPr anchorCtr="0" anchor="t" bIns="45700" lIns="0" spcFirstLastPara="1" rIns="0" wrap="square" tIns="45700">
            <a:noAutofit/>
          </a:bodyPr>
          <a:lstStyle>
            <a:lvl1pPr indent="-381000" lvl="0" marL="457200" algn="l">
              <a:lnSpc>
                <a:spcPct val="90000"/>
              </a:lnSpc>
              <a:spcBef>
                <a:spcPts val="1000"/>
              </a:spcBef>
              <a:spcAft>
                <a:spcPts val="0"/>
              </a:spcAft>
              <a:buSzPts val="2400"/>
              <a:buChar char="•"/>
              <a:defRPr b="0" i="0" sz="2400"/>
            </a:lvl1pPr>
            <a:lvl2pPr indent="-355600" lvl="1" marL="914400" algn="l">
              <a:lnSpc>
                <a:spcPct val="90000"/>
              </a:lnSpc>
              <a:spcBef>
                <a:spcPts val="500"/>
              </a:spcBef>
              <a:spcAft>
                <a:spcPts val="0"/>
              </a:spcAft>
              <a:buSzPts val="2000"/>
              <a:buChar char="•"/>
              <a:defRPr b="0" i="0" sz="2000"/>
            </a:lvl2pPr>
            <a:lvl3pPr indent="-342900" lvl="2" marL="1371600" algn="l">
              <a:lnSpc>
                <a:spcPct val="90000"/>
              </a:lnSpc>
              <a:spcBef>
                <a:spcPts val="500"/>
              </a:spcBef>
              <a:spcAft>
                <a:spcPts val="0"/>
              </a:spcAft>
              <a:buSzPts val="1800"/>
              <a:buChar char="•"/>
              <a:defRPr b="0" i="0" sz="1800"/>
            </a:lvl3pPr>
            <a:lvl4pPr indent="-330200" lvl="3" marL="1828800" algn="l">
              <a:lnSpc>
                <a:spcPct val="90000"/>
              </a:lnSpc>
              <a:spcBef>
                <a:spcPts val="500"/>
              </a:spcBef>
              <a:spcAft>
                <a:spcPts val="0"/>
              </a:spcAft>
              <a:buSzPts val="1600"/>
              <a:buChar char="•"/>
              <a:defRPr b="0" i="0" sz="1600"/>
            </a:lvl4pPr>
            <a:lvl5pPr indent="-317500" lvl="4" marL="2286000" algn="l">
              <a:lnSpc>
                <a:spcPct val="90000"/>
              </a:lnSpc>
              <a:spcBef>
                <a:spcPts val="500"/>
              </a:spcBef>
              <a:spcAft>
                <a:spcPts val="0"/>
              </a:spcAft>
              <a:buSzPts val="1400"/>
              <a:buChar char="•"/>
              <a:defRPr b="0" i="0"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21"/>
          <p:cNvSpPr txBox="1"/>
          <p:nvPr>
            <p:ph idx="2" type="body"/>
          </p:nvPr>
        </p:nvSpPr>
        <p:spPr>
          <a:xfrm>
            <a:off x="6172200" y="1825625"/>
            <a:ext cx="5181600" cy="4351338"/>
          </a:xfrm>
          <a:prstGeom prst="rect">
            <a:avLst/>
          </a:prstGeom>
          <a:noFill/>
          <a:ln>
            <a:noFill/>
          </a:ln>
        </p:spPr>
        <p:txBody>
          <a:bodyPr anchorCtr="0" anchor="t" bIns="45700" lIns="0" spcFirstLastPara="1" rIns="0" wrap="square" tIns="45700">
            <a:noAutofit/>
          </a:bodyPr>
          <a:lstStyle>
            <a:lvl1pPr indent="-381000" lvl="0" marL="457200" algn="l">
              <a:lnSpc>
                <a:spcPct val="90000"/>
              </a:lnSpc>
              <a:spcBef>
                <a:spcPts val="1000"/>
              </a:spcBef>
              <a:spcAft>
                <a:spcPts val="0"/>
              </a:spcAft>
              <a:buSzPts val="2400"/>
              <a:buChar char="•"/>
              <a:defRPr b="0" i="0" sz="2400"/>
            </a:lvl1pPr>
            <a:lvl2pPr indent="-355600" lvl="1" marL="914400" algn="l">
              <a:lnSpc>
                <a:spcPct val="90000"/>
              </a:lnSpc>
              <a:spcBef>
                <a:spcPts val="500"/>
              </a:spcBef>
              <a:spcAft>
                <a:spcPts val="0"/>
              </a:spcAft>
              <a:buSzPts val="2000"/>
              <a:buChar char="•"/>
              <a:defRPr b="0" i="0" sz="2000"/>
            </a:lvl2pPr>
            <a:lvl3pPr indent="-342900" lvl="2" marL="1371600" algn="l">
              <a:lnSpc>
                <a:spcPct val="90000"/>
              </a:lnSpc>
              <a:spcBef>
                <a:spcPts val="500"/>
              </a:spcBef>
              <a:spcAft>
                <a:spcPts val="0"/>
              </a:spcAft>
              <a:buSzPts val="1800"/>
              <a:buChar char="•"/>
              <a:defRPr b="0" i="0" sz="1800"/>
            </a:lvl3pPr>
            <a:lvl4pPr indent="-330200" lvl="3" marL="1828800" algn="l">
              <a:lnSpc>
                <a:spcPct val="90000"/>
              </a:lnSpc>
              <a:spcBef>
                <a:spcPts val="500"/>
              </a:spcBef>
              <a:spcAft>
                <a:spcPts val="0"/>
              </a:spcAft>
              <a:buSzPts val="1600"/>
              <a:buChar char="•"/>
              <a:defRPr b="0" i="0" sz="1600"/>
            </a:lvl4pPr>
            <a:lvl5pPr indent="-317500" lvl="4" marL="2286000" algn="l">
              <a:lnSpc>
                <a:spcPct val="90000"/>
              </a:lnSpc>
              <a:spcBef>
                <a:spcPts val="500"/>
              </a:spcBef>
              <a:spcAft>
                <a:spcPts val="0"/>
              </a:spcAft>
              <a:buSzPts val="1400"/>
              <a:buChar char="•"/>
              <a:defRPr b="0" i="0"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21"/>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1" name="Shape 201"/>
        <p:cNvGrpSpPr/>
        <p:nvPr/>
      </p:nvGrpSpPr>
      <p:grpSpPr>
        <a:xfrm>
          <a:off x="0" y="0"/>
          <a:ext cx="0" cy="0"/>
          <a:chOff x="0" y="0"/>
          <a:chExt cx="0" cy="0"/>
        </a:xfrm>
      </p:grpSpPr>
      <p:sp>
        <p:nvSpPr>
          <p:cNvPr id="202" name="Google Shape;202;p22"/>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Grey Bar" showMasterSp="0">
  <p:cSld name="Closing Slide Grey Bar">
    <p:bg>
      <p:bgPr>
        <a:solidFill>
          <a:schemeClr val="lt1"/>
        </a:solidFill>
      </p:bgPr>
    </p:bg>
    <p:spTree>
      <p:nvGrpSpPr>
        <p:cNvPr id="203" name="Shape 203"/>
        <p:cNvGrpSpPr/>
        <p:nvPr/>
      </p:nvGrpSpPr>
      <p:grpSpPr>
        <a:xfrm>
          <a:off x="0" y="0"/>
          <a:ext cx="0" cy="0"/>
          <a:chOff x="0" y="0"/>
          <a:chExt cx="0" cy="0"/>
        </a:xfrm>
      </p:grpSpPr>
      <p:grpSp>
        <p:nvGrpSpPr>
          <p:cNvPr id="204" name="Google Shape;204;p23"/>
          <p:cNvGrpSpPr/>
          <p:nvPr/>
        </p:nvGrpSpPr>
        <p:grpSpPr>
          <a:xfrm>
            <a:off x="8311896" y="0"/>
            <a:ext cx="5773549" cy="6400800"/>
            <a:chOff x="5156004" y="0"/>
            <a:chExt cx="5773549" cy="6400800"/>
          </a:xfrm>
        </p:grpSpPr>
        <p:sp>
          <p:nvSpPr>
            <p:cNvPr id="205" name="Google Shape;205;p23"/>
            <p:cNvSpPr/>
            <p:nvPr/>
          </p:nvSpPr>
          <p:spPr>
            <a:xfrm>
              <a:off x="5303520" y="0"/>
              <a:ext cx="3732588" cy="64008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Helvetica Neue"/>
                <a:ea typeface="Helvetica Neue"/>
                <a:cs typeface="Helvetica Neue"/>
                <a:sym typeface="Helvetica Neue"/>
              </a:endParaRPr>
            </a:p>
          </p:txBody>
        </p:sp>
        <p:pic>
          <p:nvPicPr>
            <p:cNvPr id="206" name="Google Shape;206;p23"/>
            <p:cNvPicPr preferRelativeResize="0"/>
            <p:nvPr/>
          </p:nvPicPr>
          <p:blipFill rotWithShape="1">
            <a:blip r:embed="rId2">
              <a:alphaModFix amt="15000"/>
            </a:blip>
            <a:srcRect b="0" l="0" r="0" t="0"/>
            <a:stretch/>
          </p:blipFill>
          <p:spPr>
            <a:xfrm>
              <a:off x="5156004" y="750290"/>
              <a:ext cx="5773549" cy="5051855"/>
            </a:xfrm>
            <a:prstGeom prst="rect">
              <a:avLst/>
            </a:prstGeom>
            <a:noFill/>
            <a:ln>
              <a:noFill/>
            </a:ln>
          </p:spPr>
        </p:pic>
      </p:grpSp>
      <p:sp>
        <p:nvSpPr>
          <p:cNvPr id="207" name="Google Shape;207;p23"/>
          <p:cNvSpPr txBox="1"/>
          <p:nvPr>
            <p:ph idx="1" type="body"/>
          </p:nvPr>
        </p:nvSpPr>
        <p:spPr>
          <a:xfrm>
            <a:off x="831852" y="2430928"/>
            <a:ext cx="5264149" cy="199178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b="0" i="0" sz="1800">
                <a:solidFill>
                  <a:srgbClr val="767676"/>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grpSp>
        <p:nvGrpSpPr>
          <p:cNvPr id="208" name="Google Shape;208;p23"/>
          <p:cNvGrpSpPr/>
          <p:nvPr/>
        </p:nvGrpSpPr>
        <p:grpSpPr>
          <a:xfrm>
            <a:off x="0" y="6395648"/>
            <a:ext cx="12192000" cy="470918"/>
            <a:chOff x="0" y="6395648"/>
            <a:chExt cx="12192000" cy="470918"/>
          </a:xfrm>
        </p:grpSpPr>
        <p:sp>
          <p:nvSpPr>
            <p:cNvPr id="209" name="Google Shape;209;p23"/>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210" name="Google Shape;210;p23"/>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211" name="Google Shape;211;p23"/>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212" name="Google Shape;212;p23"/>
          <p:cNvPicPr preferRelativeResize="0"/>
          <p:nvPr/>
        </p:nvPicPr>
        <p:blipFill rotWithShape="1">
          <a:blip r:embed="rId3">
            <a:alphaModFix/>
          </a:blip>
          <a:srcRect b="0" l="0" r="0" t="0"/>
          <a:stretch/>
        </p:blipFill>
        <p:spPr>
          <a:xfrm>
            <a:off x="831852" y="6418510"/>
            <a:ext cx="1816998" cy="448056"/>
          </a:xfrm>
          <a:prstGeom prst="rect">
            <a:avLst/>
          </a:prstGeom>
          <a:noFill/>
          <a:ln>
            <a:noFill/>
          </a:ln>
        </p:spPr>
      </p:pic>
      <p:sp>
        <p:nvSpPr>
          <p:cNvPr id="213" name="Google Shape;213;p23"/>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Grey Phoenix" showMasterSp="0">
  <p:cSld name="Closing Slide Grey Phoenix">
    <p:bg>
      <p:bgPr>
        <a:solidFill>
          <a:schemeClr val="lt1"/>
        </a:solidFill>
      </p:bgPr>
    </p:bg>
    <p:spTree>
      <p:nvGrpSpPr>
        <p:cNvPr id="214" name="Shape 214"/>
        <p:cNvGrpSpPr/>
        <p:nvPr/>
      </p:nvGrpSpPr>
      <p:grpSpPr>
        <a:xfrm>
          <a:off x="0" y="0"/>
          <a:ext cx="0" cy="0"/>
          <a:chOff x="0" y="0"/>
          <a:chExt cx="0" cy="0"/>
        </a:xfrm>
      </p:grpSpPr>
      <p:sp>
        <p:nvSpPr>
          <p:cNvPr id="215" name="Google Shape;215;p24"/>
          <p:cNvSpPr txBox="1"/>
          <p:nvPr>
            <p:ph idx="1" type="body"/>
          </p:nvPr>
        </p:nvSpPr>
        <p:spPr>
          <a:xfrm>
            <a:off x="831852" y="2430928"/>
            <a:ext cx="5264149" cy="199178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b="0" i="0" sz="1800">
                <a:solidFill>
                  <a:srgbClr val="767676"/>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id="216" name="Google Shape;216;p24"/>
          <p:cNvPicPr preferRelativeResize="0"/>
          <p:nvPr/>
        </p:nvPicPr>
        <p:blipFill rotWithShape="1">
          <a:blip r:embed="rId2">
            <a:alphaModFix amt="15000"/>
          </a:blip>
          <a:srcRect b="0" l="0" r="0" t="0"/>
          <a:stretch/>
        </p:blipFill>
        <p:spPr>
          <a:xfrm>
            <a:off x="8307457" y="750290"/>
            <a:ext cx="5773549" cy="5051855"/>
          </a:xfrm>
          <a:prstGeom prst="rect">
            <a:avLst/>
          </a:prstGeom>
          <a:noFill/>
          <a:ln>
            <a:noFill/>
          </a:ln>
        </p:spPr>
      </p:pic>
      <p:grpSp>
        <p:nvGrpSpPr>
          <p:cNvPr id="217" name="Google Shape;217;p24"/>
          <p:cNvGrpSpPr/>
          <p:nvPr/>
        </p:nvGrpSpPr>
        <p:grpSpPr>
          <a:xfrm>
            <a:off x="0" y="6395648"/>
            <a:ext cx="12192000" cy="470918"/>
            <a:chOff x="0" y="6395648"/>
            <a:chExt cx="12192000" cy="470918"/>
          </a:xfrm>
        </p:grpSpPr>
        <p:sp>
          <p:nvSpPr>
            <p:cNvPr id="218" name="Google Shape;218;p24"/>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219" name="Google Shape;219;p24"/>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220" name="Google Shape;220;p24"/>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221" name="Google Shape;221;p24"/>
          <p:cNvPicPr preferRelativeResize="0"/>
          <p:nvPr/>
        </p:nvPicPr>
        <p:blipFill rotWithShape="1">
          <a:blip r:embed="rId3">
            <a:alphaModFix/>
          </a:blip>
          <a:srcRect b="0" l="0" r="0" t="0"/>
          <a:stretch/>
        </p:blipFill>
        <p:spPr>
          <a:xfrm>
            <a:off x="831852" y="6418510"/>
            <a:ext cx="1816998" cy="448056"/>
          </a:xfrm>
          <a:prstGeom prst="rect">
            <a:avLst/>
          </a:prstGeom>
          <a:noFill/>
          <a:ln>
            <a:noFill/>
          </a:ln>
        </p:spPr>
      </p:pic>
      <p:sp>
        <p:nvSpPr>
          <p:cNvPr id="222" name="Google Shape;222;p24"/>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Dark Greystone" showMasterSp="0">
  <p:cSld name="Closing Slide Dark Greystone">
    <p:bg>
      <p:bgPr>
        <a:solidFill>
          <a:schemeClr val="dk2"/>
        </a:solidFill>
      </p:bgPr>
    </p:bg>
    <p:spTree>
      <p:nvGrpSpPr>
        <p:cNvPr id="223" name="Shape 223"/>
        <p:cNvGrpSpPr/>
        <p:nvPr/>
      </p:nvGrpSpPr>
      <p:grpSpPr>
        <a:xfrm>
          <a:off x="0" y="0"/>
          <a:ext cx="0" cy="0"/>
          <a:chOff x="0" y="0"/>
          <a:chExt cx="0" cy="0"/>
        </a:xfrm>
      </p:grpSpPr>
      <p:grpSp>
        <p:nvGrpSpPr>
          <p:cNvPr id="224" name="Google Shape;224;p25"/>
          <p:cNvGrpSpPr/>
          <p:nvPr/>
        </p:nvGrpSpPr>
        <p:grpSpPr>
          <a:xfrm>
            <a:off x="8311896" y="0"/>
            <a:ext cx="5773549" cy="6400800"/>
            <a:chOff x="5156004" y="0"/>
            <a:chExt cx="5773549" cy="6400800"/>
          </a:xfrm>
        </p:grpSpPr>
        <p:sp>
          <p:nvSpPr>
            <p:cNvPr id="225" name="Google Shape;225;p25"/>
            <p:cNvSpPr/>
            <p:nvPr/>
          </p:nvSpPr>
          <p:spPr>
            <a:xfrm>
              <a:off x="5303520" y="0"/>
              <a:ext cx="3732588" cy="6400800"/>
            </a:xfrm>
            <a:prstGeom prst="rect">
              <a:avLst/>
            </a:prstGeom>
            <a:solidFill>
              <a:srgbClr val="A6A6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Helvetica Neue"/>
                <a:ea typeface="Helvetica Neue"/>
                <a:cs typeface="Helvetica Neue"/>
                <a:sym typeface="Helvetica Neue"/>
              </a:endParaRPr>
            </a:p>
          </p:txBody>
        </p:sp>
        <p:pic>
          <p:nvPicPr>
            <p:cNvPr id="226" name="Google Shape;226;p25"/>
            <p:cNvPicPr preferRelativeResize="0"/>
            <p:nvPr/>
          </p:nvPicPr>
          <p:blipFill rotWithShape="1">
            <a:blip r:embed="rId2">
              <a:alphaModFix amt="30000"/>
            </a:blip>
            <a:srcRect b="0" l="0" r="0" t="0"/>
            <a:stretch/>
          </p:blipFill>
          <p:spPr>
            <a:xfrm>
              <a:off x="5156004" y="750290"/>
              <a:ext cx="5773549" cy="5051855"/>
            </a:xfrm>
            <a:prstGeom prst="rect">
              <a:avLst/>
            </a:prstGeom>
            <a:noFill/>
            <a:ln>
              <a:noFill/>
            </a:ln>
          </p:spPr>
        </p:pic>
      </p:grpSp>
      <p:sp>
        <p:nvSpPr>
          <p:cNvPr id="227" name="Google Shape;227;p25"/>
          <p:cNvSpPr txBox="1"/>
          <p:nvPr>
            <p:ph idx="1" type="body"/>
          </p:nvPr>
        </p:nvSpPr>
        <p:spPr>
          <a:xfrm>
            <a:off x="831852" y="2430928"/>
            <a:ext cx="5264149" cy="1991782"/>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1000"/>
              </a:spcBef>
              <a:spcAft>
                <a:spcPts val="0"/>
              </a:spcAft>
              <a:buSzPts val="1800"/>
              <a:buNone/>
              <a:defRPr b="0" i="0" sz="1800">
                <a:solidFill>
                  <a:schemeClr val="lt1"/>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grpSp>
        <p:nvGrpSpPr>
          <p:cNvPr id="228" name="Google Shape;228;p25"/>
          <p:cNvGrpSpPr/>
          <p:nvPr/>
        </p:nvGrpSpPr>
        <p:grpSpPr>
          <a:xfrm>
            <a:off x="0" y="6395648"/>
            <a:ext cx="12192000" cy="470918"/>
            <a:chOff x="0" y="6395648"/>
            <a:chExt cx="12192000" cy="470918"/>
          </a:xfrm>
        </p:grpSpPr>
        <p:sp>
          <p:nvSpPr>
            <p:cNvPr id="229" name="Google Shape;229;p25"/>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a:solidFill>
                  <a:schemeClr val="lt1"/>
                </a:solidFill>
                <a:latin typeface="Helvetica Neue"/>
                <a:ea typeface="Helvetica Neue"/>
                <a:cs typeface="Helvetica Neue"/>
                <a:sym typeface="Helvetica Neue"/>
              </a:endParaRPr>
            </a:p>
          </p:txBody>
        </p:sp>
        <p:cxnSp>
          <p:nvCxnSpPr>
            <p:cNvPr id="230" name="Google Shape;230;p25"/>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231" name="Google Shape;231;p25"/>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800">
                <a:solidFill>
                  <a:schemeClr val="lt1"/>
                </a:solidFill>
                <a:latin typeface="Helvetica Neue"/>
                <a:ea typeface="Helvetica Neue"/>
                <a:cs typeface="Helvetica Neue"/>
                <a:sym typeface="Helvetica Neue"/>
              </a:defRPr>
            </a:lvl1pPr>
            <a:lvl2pPr indent="0" lvl="1" marL="0" algn="r">
              <a:spcBef>
                <a:spcPts val="0"/>
              </a:spcBef>
              <a:buNone/>
              <a:defRPr b="0" i="0" sz="800">
                <a:solidFill>
                  <a:schemeClr val="lt1"/>
                </a:solidFill>
                <a:latin typeface="Helvetica Neue"/>
                <a:ea typeface="Helvetica Neue"/>
                <a:cs typeface="Helvetica Neue"/>
                <a:sym typeface="Helvetica Neue"/>
              </a:defRPr>
            </a:lvl2pPr>
            <a:lvl3pPr indent="0" lvl="2" marL="0" algn="r">
              <a:spcBef>
                <a:spcPts val="0"/>
              </a:spcBef>
              <a:buNone/>
              <a:defRPr b="0" i="0" sz="800">
                <a:solidFill>
                  <a:schemeClr val="lt1"/>
                </a:solidFill>
                <a:latin typeface="Helvetica Neue"/>
                <a:ea typeface="Helvetica Neue"/>
                <a:cs typeface="Helvetica Neue"/>
                <a:sym typeface="Helvetica Neue"/>
              </a:defRPr>
            </a:lvl3pPr>
            <a:lvl4pPr indent="0" lvl="3" marL="0" algn="r">
              <a:spcBef>
                <a:spcPts val="0"/>
              </a:spcBef>
              <a:buNone/>
              <a:defRPr b="0" i="0" sz="800">
                <a:solidFill>
                  <a:schemeClr val="lt1"/>
                </a:solidFill>
                <a:latin typeface="Helvetica Neue"/>
                <a:ea typeface="Helvetica Neue"/>
                <a:cs typeface="Helvetica Neue"/>
                <a:sym typeface="Helvetica Neue"/>
              </a:defRPr>
            </a:lvl4pPr>
            <a:lvl5pPr indent="0" lvl="4" marL="0" algn="r">
              <a:spcBef>
                <a:spcPts val="0"/>
              </a:spcBef>
              <a:buNone/>
              <a:defRPr b="0" i="0" sz="800">
                <a:solidFill>
                  <a:schemeClr val="lt1"/>
                </a:solidFill>
                <a:latin typeface="Helvetica Neue"/>
                <a:ea typeface="Helvetica Neue"/>
                <a:cs typeface="Helvetica Neue"/>
                <a:sym typeface="Helvetica Neue"/>
              </a:defRPr>
            </a:lvl5pPr>
            <a:lvl6pPr indent="0" lvl="5" marL="0" algn="r">
              <a:spcBef>
                <a:spcPts val="0"/>
              </a:spcBef>
              <a:buNone/>
              <a:defRPr b="0" i="0" sz="800">
                <a:solidFill>
                  <a:schemeClr val="lt1"/>
                </a:solidFill>
                <a:latin typeface="Helvetica Neue"/>
                <a:ea typeface="Helvetica Neue"/>
                <a:cs typeface="Helvetica Neue"/>
                <a:sym typeface="Helvetica Neue"/>
              </a:defRPr>
            </a:lvl6pPr>
            <a:lvl7pPr indent="0" lvl="6" marL="0" algn="r">
              <a:spcBef>
                <a:spcPts val="0"/>
              </a:spcBef>
              <a:buNone/>
              <a:defRPr b="0" i="0" sz="800">
                <a:solidFill>
                  <a:schemeClr val="lt1"/>
                </a:solidFill>
                <a:latin typeface="Helvetica Neue"/>
                <a:ea typeface="Helvetica Neue"/>
                <a:cs typeface="Helvetica Neue"/>
                <a:sym typeface="Helvetica Neue"/>
              </a:defRPr>
            </a:lvl7pPr>
            <a:lvl8pPr indent="0" lvl="7" marL="0" algn="r">
              <a:spcBef>
                <a:spcPts val="0"/>
              </a:spcBef>
              <a:buNone/>
              <a:defRPr b="0" i="0" sz="800">
                <a:solidFill>
                  <a:schemeClr val="lt1"/>
                </a:solidFill>
                <a:latin typeface="Helvetica Neue"/>
                <a:ea typeface="Helvetica Neue"/>
                <a:cs typeface="Helvetica Neue"/>
                <a:sym typeface="Helvetica Neue"/>
              </a:defRPr>
            </a:lvl8pPr>
            <a:lvl9pPr indent="0" lvl="8" marL="0" algn="r">
              <a:spcBef>
                <a:spcPts val="0"/>
              </a:spcBef>
              <a:buNone/>
              <a:defRPr b="0" i="0" sz="800">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pic>
        <p:nvPicPr>
          <p:cNvPr descr="Graphical user interface, text, email&#10;&#10;Description automatically generated" id="232" name="Google Shape;232;p25"/>
          <p:cNvPicPr preferRelativeResize="0"/>
          <p:nvPr/>
        </p:nvPicPr>
        <p:blipFill rotWithShape="1">
          <a:blip r:embed="rId3">
            <a:alphaModFix/>
          </a:blip>
          <a:srcRect b="0" l="0" r="0" t="0"/>
          <a:stretch/>
        </p:blipFill>
        <p:spPr>
          <a:xfrm>
            <a:off x="831852" y="6418510"/>
            <a:ext cx="1816998" cy="448056"/>
          </a:xfrm>
          <a:prstGeom prst="rect">
            <a:avLst/>
          </a:prstGeom>
          <a:noFill/>
          <a:ln>
            <a:noFill/>
          </a:ln>
        </p:spPr>
      </p:pic>
      <p:sp>
        <p:nvSpPr>
          <p:cNvPr id="233" name="Google Shape;233;p25"/>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theme" Target="../theme/theme2.xml"/><Relationship Id="rId25" Type="http://schemas.openxmlformats.org/officeDocument/2006/relationships/slideLayout" Target="../slideLayouts/slideLayout2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6395648"/>
            <a:ext cx="12192000" cy="470918"/>
            <a:chOff x="0" y="6395648"/>
            <a:chExt cx="12192000" cy="470918"/>
          </a:xfrm>
        </p:grpSpPr>
        <p:sp>
          <p:nvSpPr>
            <p:cNvPr id="11" name="Google Shape;11;p1"/>
            <p:cNvSpPr/>
            <p:nvPr/>
          </p:nvSpPr>
          <p:spPr>
            <a:xfrm>
              <a:off x="0" y="6400222"/>
              <a:ext cx="12192000" cy="466344"/>
            </a:xfrm>
            <a:prstGeom prst="rect">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Helvetica Neue"/>
                <a:ea typeface="Helvetica Neue"/>
                <a:cs typeface="Helvetica Neue"/>
                <a:sym typeface="Helvetica Neue"/>
              </a:endParaRPr>
            </a:p>
          </p:txBody>
        </p:sp>
        <p:cxnSp>
          <p:nvCxnSpPr>
            <p:cNvPr id="12" name="Google Shape;12;p1"/>
            <p:cNvCxnSpPr/>
            <p:nvPr/>
          </p:nvCxnSpPr>
          <p:spPr>
            <a:xfrm>
              <a:off x="0" y="6395648"/>
              <a:ext cx="12192000" cy="0"/>
            </a:xfrm>
            <a:prstGeom prst="straightConnector1">
              <a:avLst/>
            </a:prstGeom>
            <a:noFill/>
            <a:ln cap="flat" cmpd="sng" w="9525">
              <a:solidFill>
                <a:srgbClr val="D6D6CE"/>
              </a:solidFill>
              <a:prstDash val="solid"/>
              <a:miter lim="800000"/>
              <a:headEnd len="sm" w="sm" type="none"/>
              <a:tailEnd len="sm" w="sm" type="none"/>
            </a:ln>
          </p:spPr>
        </p:cxnSp>
      </p:grpSp>
      <p:sp>
        <p:nvSpPr>
          <p:cNvPr id="13" name="Google Shape;13;p1"/>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lvl1pPr lvl="0" marR="0" rtl="0" algn="l">
              <a:lnSpc>
                <a:spcPct val="90000"/>
              </a:lnSpc>
              <a:spcBef>
                <a:spcPts val="0"/>
              </a:spcBef>
              <a:spcAft>
                <a:spcPts val="0"/>
              </a:spcAft>
              <a:buClr>
                <a:srgbClr val="800000"/>
              </a:buClr>
              <a:buSzPts val="3600"/>
              <a:buFont typeface="Helvetica Neue"/>
              <a:buNone/>
              <a:defRPr b="0" i="0" sz="3600" u="none" cap="none" strike="noStrike">
                <a:solidFill>
                  <a:srgbClr val="80000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
          <p:cNvSpPr txBox="1"/>
          <p:nvPr>
            <p:ph idx="1" type="body"/>
          </p:nvPr>
        </p:nvSpPr>
        <p:spPr>
          <a:xfrm>
            <a:off x="838200" y="1534136"/>
            <a:ext cx="10515600" cy="4429492"/>
          </a:xfrm>
          <a:prstGeom prst="rect">
            <a:avLst/>
          </a:prstGeom>
          <a:noFill/>
          <a:ln>
            <a:noFill/>
          </a:ln>
        </p:spPr>
        <p:txBody>
          <a:bodyPr anchorCtr="0" anchor="t" bIns="45700" lIns="0" spcFirstLastPara="1" rIns="0" wrap="square" tIns="45700">
            <a:noAutofit/>
          </a:bodyPr>
          <a:lstStyle>
            <a:lvl1pPr indent="-381000" lvl="0" marL="457200" marR="0" rtl="0" algn="l">
              <a:lnSpc>
                <a:spcPct val="90000"/>
              </a:lnSpc>
              <a:spcBef>
                <a:spcPts val="1000"/>
              </a:spcBef>
              <a:spcAft>
                <a:spcPts val="0"/>
              </a:spcAft>
              <a:buClr>
                <a:srgbClr val="800000"/>
              </a:buClr>
              <a:buSzPts val="2400"/>
              <a:buFont typeface="Arial"/>
              <a:buChar char="•"/>
              <a:defRPr b="0" i="0" sz="2400" u="none" cap="none" strike="noStrike">
                <a:solidFill>
                  <a:srgbClr val="767676"/>
                </a:solidFill>
                <a:latin typeface="Helvetica Neue"/>
                <a:ea typeface="Helvetica Neue"/>
                <a:cs typeface="Helvetica Neue"/>
                <a:sym typeface="Helvetica Neue"/>
              </a:defRPr>
            </a:lvl1pPr>
            <a:lvl2pPr indent="-355600" lvl="1" marL="914400" marR="0" rtl="0" algn="l">
              <a:lnSpc>
                <a:spcPct val="90000"/>
              </a:lnSpc>
              <a:spcBef>
                <a:spcPts val="500"/>
              </a:spcBef>
              <a:spcAft>
                <a:spcPts val="0"/>
              </a:spcAft>
              <a:buClr>
                <a:srgbClr val="800000"/>
              </a:buClr>
              <a:buSzPts val="2000"/>
              <a:buFont typeface="Arial"/>
              <a:buChar char="•"/>
              <a:defRPr b="0" i="0" sz="2000" u="none" cap="none" strike="noStrike">
                <a:solidFill>
                  <a:srgbClr val="767676"/>
                </a:solidFill>
                <a:latin typeface="Helvetica Neue"/>
                <a:ea typeface="Helvetica Neue"/>
                <a:cs typeface="Helvetica Neue"/>
                <a:sym typeface="Helvetica Neue"/>
              </a:defRPr>
            </a:lvl2pPr>
            <a:lvl3pPr indent="-342900" lvl="2" marL="1371600" marR="0" rtl="0" algn="l">
              <a:lnSpc>
                <a:spcPct val="90000"/>
              </a:lnSpc>
              <a:spcBef>
                <a:spcPts val="500"/>
              </a:spcBef>
              <a:spcAft>
                <a:spcPts val="0"/>
              </a:spcAft>
              <a:buClr>
                <a:srgbClr val="800000"/>
              </a:buClr>
              <a:buSzPts val="1800"/>
              <a:buFont typeface="Arial"/>
              <a:buChar char="•"/>
              <a:defRPr b="0" i="0" sz="1800" u="none" cap="none" strike="noStrike">
                <a:solidFill>
                  <a:srgbClr val="767676"/>
                </a:solidFill>
                <a:latin typeface="Helvetica Neue"/>
                <a:ea typeface="Helvetica Neue"/>
                <a:cs typeface="Helvetica Neue"/>
                <a:sym typeface="Helvetica Neue"/>
              </a:defRPr>
            </a:lvl3pPr>
            <a:lvl4pPr indent="-330200" lvl="3" marL="1828800" marR="0" rtl="0" algn="l">
              <a:lnSpc>
                <a:spcPct val="90000"/>
              </a:lnSpc>
              <a:spcBef>
                <a:spcPts val="500"/>
              </a:spcBef>
              <a:spcAft>
                <a:spcPts val="0"/>
              </a:spcAft>
              <a:buClr>
                <a:srgbClr val="800000"/>
              </a:buClr>
              <a:buSzPts val="1600"/>
              <a:buFont typeface="Arial"/>
              <a:buChar char="•"/>
              <a:defRPr b="0" i="0" sz="1600" u="none" cap="none" strike="noStrike">
                <a:solidFill>
                  <a:srgbClr val="767676"/>
                </a:solidFill>
                <a:latin typeface="Helvetica Neue"/>
                <a:ea typeface="Helvetica Neue"/>
                <a:cs typeface="Helvetica Neue"/>
                <a:sym typeface="Helvetica Neue"/>
              </a:defRPr>
            </a:lvl4pPr>
            <a:lvl5pPr indent="-317500" lvl="4" marL="2286000" marR="0" rtl="0" algn="l">
              <a:lnSpc>
                <a:spcPct val="90000"/>
              </a:lnSpc>
              <a:spcBef>
                <a:spcPts val="500"/>
              </a:spcBef>
              <a:spcAft>
                <a:spcPts val="0"/>
              </a:spcAft>
              <a:buClr>
                <a:srgbClr val="800000"/>
              </a:buClr>
              <a:buSzPts val="1400"/>
              <a:buFont typeface="Arial"/>
              <a:buChar char="•"/>
              <a:defRPr b="0" i="0" sz="1400" u="none" cap="none" strike="noStrike">
                <a:solidFill>
                  <a:srgbClr val="767676"/>
                </a:solidFill>
                <a:latin typeface="Helvetica Neue"/>
                <a:ea typeface="Helvetica Neue"/>
                <a:cs typeface="Helvetica Neue"/>
                <a:sym typeface="Helvetica Neue"/>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 name="Google Shape;15;p1"/>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00" u="none" cap="none" strike="noStrike">
                <a:solidFill>
                  <a:schemeClr val="lt1"/>
                </a:solidFill>
                <a:latin typeface="Helvetica Neue"/>
                <a:ea typeface="Helvetica Neue"/>
                <a:cs typeface="Helvetica Neue"/>
                <a:sym typeface="Helvetica Neue"/>
              </a:defRPr>
            </a:lvl1pPr>
            <a:lvl2pPr indent="0" lvl="1" marL="0" marR="0" rtl="0" algn="r">
              <a:spcBef>
                <a:spcPts val="0"/>
              </a:spcBef>
              <a:buNone/>
              <a:defRPr b="0" i="0" sz="800" u="none" cap="none" strike="noStrike">
                <a:solidFill>
                  <a:schemeClr val="lt1"/>
                </a:solidFill>
                <a:latin typeface="Helvetica Neue"/>
                <a:ea typeface="Helvetica Neue"/>
                <a:cs typeface="Helvetica Neue"/>
                <a:sym typeface="Helvetica Neue"/>
              </a:defRPr>
            </a:lvl2pPr>
            <a:lvl3pPr indent="0" lvl="2" marL="0" marR="0" rtl="0" algn="r">
              <a:spcBef>
                <a:spcPts val="0"/>
              </a:spcBef>
              <a:buNone/>
              <a:defRPr b="0" i="0" sz="800" u="none" cap="none" strike="noStrike">
                <a:solidFill>
                  <a:schemeClr val="lt1"/>
                </a:solidFill>
                <a:latin typeface="Helvetica Neue"/>
                <a:ea typeface="Helvetica Neue"/>
                <a:cs typeface="Helvetica Neue"/>
                <a:sym typeface="Helvetica Neue"/>
              </a:defRPr>
            </a:lvl3pPr>
            <a:lvl4pPr indent="0" lvl="3" marL="0" marR="0" rtl="0" algn="r">
              <a:spcBef>
                <a:spcPts val="0"/>
              </a:spcBef>
              <a:buNone/>
              <a:defRPr b="0" i="0" sz="800" u="none" cap="none" strike="noStrike">
                <a:solidFill>
                  <a:schemeClr val="lt1"/>
                </a:solidFill>
                <a:latin typeface="Helvetica Neue"/>
                <a:ea typeface="Helvetica Neue"/>
                <a:cs typeface="Helvetica Neue"/>
                <a:sym typeface="Helvetica Neue"/>
              </a:defRPr>
            </a:lvl4pPr>
            <a:lvl5pPr indent="0" lvl="4" marL="0" marR="0" rtl="0" algn="r">
              <a:spcBef>
                <a:spcPts val="0"/>
              </a:spcBef>
              <a:buNone/>
              <a:defRPr b="0" i="0" sz="800" u="none" cap="none" strike="noStrike">
                <a:solidFill>
                  <a:schemeClr val="lt1"/>
                </a:solidFill>
                <a:latin typeface="Helvetica Neue"/>
                <a:ea typeface="Helvetica Neue"/>
                <a:cs typeface="Helvetica Neue"/>
                <a:sym typeface="Helvetica Neue"/>
              </a:defRPr>
            </a:lvl5pPr>
            <a:lvl6pPr indent="0" lvl="5" marL="0" marR="0" rtl="0" algn="r">
              <a:spcBef>
                <a:spcPts val="0"/>
              </a:spcBef>
              <a:buNone/>
              <a:defRPr b="0" i="0" sz="800" u="none" cap="none" strike="noStrike">
                <a:solidFill>
                  <a:schemeClr val="lt1"/>
                </a:solidFill>
                <a:latin typeface="Helvetica Neue"/>
                <a:ea typeface="Helvetica Neue"/>
                <a:cs typeface="Helvetica Neue"/>
                <a:sym typeface="Helvetica Neue"/>
              </a:defRPr>
            </a:lvl6pPr>
            <a:lvl7pPr indent="0" lvl="6" marL="0" marR="0" rtl="0" algn="r">
              <a:spcBef>
                <a:spcPts val="0"/>
              </a:spcBef>
              <a:buNone/>
              <a:defRPr b="0" i="0" sz="800" u="none" cap="none" strike="noStrike">
                <a:solidFill>
                  <a:schemeClr val="lt1"/>
                </a:solidFill>
                <a:latin typeface="Helvetica Neue"/>
                <a:ea typeface="Helvetica Neue"/>
                <a:cs typeface="Helvetica Neue"/>
                <a:sym typeface="Helvetica Neue"/>
              </a:defRPr>
            </a:lvl7pPr>
            <a:lvl8pPr indent="0" lvl="7" marL="0" marR="0" rtl="0" algn="r">
              <a:spcBef>
                <a:spcPts val="0"/>
              </a:spcBef>
              <a:buNone/>
              <a:defRPr b="0" i="0" sz="800" u="none" cap="none" strike="noStrike">
                <a:solidFill>
                  <a:schemeClr val="lt1"/>
                </a:solidFill>
                <a:latin typeface="Helvetica Neue"/>
                <a:ea typeface="Helvetica Neue"/>
                <a:cs typeface="Helvetica Neue"/>
                <a:sym typeface="Helvetica Neue"/>
              </a:defRPr>
            </a:lvl8pPr>
            <a:lvl9pPr indent="0" lvl="8" marL="0" marR="0" rtl="0" algn="r">
              <a:spcBef>
                <a:spcPts val="0"/>
              </a:spcBef>
              <a:buNone/>
              <a:defRPr b="0" i="0" sz="800" u="none" cap="none" strike="noStrike">
                <a:solidFill>
                  <a:schemeClr val="lt1"/>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a:p>
        </p:txBody>
      </p:sp>
      <p:cxnSp>
        <p:nvCxnSpPr>
          <p:cNvPr id="16" name="Google Shape;16;p1"/>
          <p:cNvCxnSpPr/>
          <p:nvPr/>
        </p:nvCxnSpPr>
        <p:spPr>
          <a:xfrm>
            <a:off x="0" y="1344113"/>
            <a:ext cx="12192000" cy="0"/>
          </a:xfrm>
          <a:prstGeom prst="straightConnector1">
            <a:avLst/>
          </a:prstGeom>
          <a:noFill/>
          <a:ln cap="flat" cmpd="sng" w="38100">
            <a:solidFill>
              <a:srgbClr val="D6D6CE"/>
            </a:solidFill>
            <a:prstDash val="solid"/>
            <a:miter lim="800000"/>
            <a:headEnd len="sm" w="sm" type="none"/>
            <a:tailEnd len="sm" w="sm" type="none"/>
          </a:ln>
        </p:spPr>
      </p:cxnSp>
      <p:pic>
        <p:nvPicPr>
          <p:cNvPr descr="Graphical user interface, text, email&#10;&#10;Description automatically generated" id="17" name="Google Shape;17;p1"/>
          <p:cNvPicPr preferRelativeResize="0"/>
          <p:nvPr/>
        </p:nvPicPr>
        <p:blipFill rotWithShape="1">
          <a:blip r:embed="rId1">
            <a:alphaModFix/>
          </a:blip>
          <a:srcRect b="0" l="0" r="0" t="0"/>
          <a:stretch/>
        </p:blipFill>
        <p:spPr>
          <a:xfrm>
            <a:off x="838200" y="6415132"/>
            <a:ext cx="1816998" cy="448056"/>
          </a:xfrm>
          <a:prstGeom prst="rect">
            <a:avLst/>
          </a:prstGeom>
          <a:noFill/>
          <a:ln>
            <a:noFill/>
          </a:ln>
        </p:spPr>
      </p:pic>
      <p:sp>
        <p:nvSpPr>
          <p:cNvPr id="18" name="Google Shape;18;p1"/>
          <p:cNvSpPr txBox="1"/>
          <p:nvPr/>
        </p:nvSpPr>
        <p:spPr>
          <a:xfrm>
            <a:off x="3185160" y="6522246"/>
            <a:ext cx="5821680"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00" u="none" cap="none" strike="noStrike">
                <a:solidFill>
                  <a:schemeClr val="lt1"/>
                </a:solidFill>
                <a:latin typeface="Arial"/>
                <a:ea typeface="Arial"/>
                <a:cs typeface="Arial"/>
                <a:sym typeface="Arial"/>
              </a:rPr>
              <a:t>This presentation is the work product of graduate students enrolled in a University of Chicago Harris Policy Labs course.</a:t>
            </a:r>
            <a:endParaRPr sz="800">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6"/>
          <p:cNvSpPr txBox="1"/>
          <p:nvPr>
            <p:ph type="ctrTitle"/>
          </p:nvPr>
        </p:nvSpPr>
        <p:spPr>
          <a:xfrm>
            <a:off x="1165475" y="2157025"/>
            <a:ext cx="5332800" cy="1039800"/>
          </a:xfrm>
          <a:prstGeom prst="rect">
            <a:avLst/>
          </a:prstGeom>
          <a:noFill/>
          <a:ln>
            <a:noFill/>
          </a:ln>
        </p:spPr>
        <p:txBody>
          <a:bodyPr anchorCtr="0" anchor="b" bIns="45700" lIns="0" spcFirstLastPara="1" rIns="0" wrap="square" tIns="45700">
            <a:normAutofit/>
          </a:bodyPr>
          <a:lstStyle/>
          <a:p>
            <a:pPr indent="0" lvl="0" marL="63500" marR="50800" rtl="0" algn="l">
              <a:lnSpc>
                <a:spcPct val="115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ctr">
              <a:lnSpc>
                <a:spcPct val="90000"/>
              </a:lnSpc>
              <a:spcBef>
                <a:spcPts val="0"/>
              </a:spcBef>
              <a:spcAft>
                <a:spcPts val="0"/>
              </a:spcAft>
              <a:buClr>
                <a:schemeClr val="accent1"/>
              </a:buClr>
              <a:buSzPts val="3600"/>
              <a:buFont typeface="Helvetica Neue"/>
              <a:buNone/>
            </a:pPr>
            <a:r>
              <a:rPr lang="en-US"/>
              <a:t>Final Project </a:t>
            </a:r>
            <a:endParaRPr/>
          </a:p>
        </p:txBody>
      </p:sp>
      <p:sp>
        <p:nvSpPr>
          <p:cNvPr id="239" name="Google Shape;239;p26"/>
          <p:cNvSpPr txBox="1"/>
          <p:nvPr>
            <p:ph idx="1" type="subTitle"/>
          </p:nvPr>
        </p:nvSpPr>
        <p:spPr>
          <a:xfrm>
            <a:off x="1169581" y="3306726"/>
            <a:ext cx="5332821" cy="1142953"/>
          </a:xfrm>
          <a:prstGeom prst="rect">
            <a:avLst/>
          </a:prstGeom>
          <a:noFill/>
          <a:ln>
            <a:noFill/>
          </a:ln>
        </p:spPr>
        <p:txBody>
          <a:bodyPr anchorCtr="0" anchor="ctr" bIns="45700" lIns="0" spcFirstLastPara="1" rIns="0" wrap="square" tIns="45700">
            <a:normAutofit/>
          </a:bodyPr>
          <a:lstStyle/>
          <a:p>
            <a:pPr indent="0" lvl="0" marL="0" rtl="0" algn="ctr">
              <a:lnSpc>
                <a:spcPct val="90000"/>
              </a:lnSpc>
              <a:spcBef>
                <a:spcPts val="0"/>
              </a:spcBef>
              <a:spcAft>
                <a:spcPts val="0"/>
              </a:spcAft>
              <a:buSzPts val="1800"/>
              <a:buNone/>
            </a:pPr>
            <a:r>
              <a:rPr lang="en-US">
                <a:solidFill>
                  <a:schemeClr val="dk1"/>
                </a:solidFill>
              </a:rPr>
              <a:t>Next-Gen NLP</a:t>
            </a:r>
            <a:r>
              <a:rPr lang="en-US">
                <a:solidFill>
                  <a:schemeClr val="dk1"/>
                </a:solidFill>
              </a:rPr>
              <a:t>:</a:t>
            </a:r>
            <a:endParaRPr/>
          </a:p>
          <a:p>
            <a:pPr indent="0" lvl="0" marL="0" rtl="0" algn="ctr">
              <a:lnSpc>
                <a:spcPct val="90000"/>
              </a:lnSpc>
              <a:spcBef>
                <a:spcPts val="0"/>
              </a:spcBef>
              <a:spcAft>
                <a:spcPts val="0"/>
              </a:spcAft>
              <a:buSzPts val="1800"/>
              <a:buNone/>
            </a:pPr>
            <a:r>
              <a:t/>
            </a:r>
            <a:endParaRPr/>
          </a:p>
          <a:p>
            <a:pPr indent="0" lvl="0" marL="0" rtl="0" algn="ctr">
              <a:lnSpc>
                <a:spcPct val="90000"/>
              </a:lnSpc>
              <a:spcBef>
                <a:spcPts val="0"/>
              </a:spcBef>
              <a:spcAft>
                <a:spcPts val="0"/>
              </a:spcAft>
              <a:buSzPts val="1800"/>
              <a:buNone/>
            </a:pPr>
            <a:r>
              <a:rPr lang="en-US"/>
              <a:t>March 12, 2026</a:t>
            </a:r>
            <a:endParaRPr/>
          </a:p>
        </p:txBody>
      </p:sp>
      <p:sp>
        <p:nvSpPr>
          <p:cNvPr id="240" name="Google Shape;240;p26"/>
          <p:cNvSpPr txBox="1"/>
          <p:nvPr/>
        </p:nvSpPr>
        <p:spPr>
          <a:xfrm>
            <a:off x="7325474" y="4304378"/>
            <a:ext cx="34419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600">
              <a:solidFill>
                <a:schemeClr val="dk2"/>
              </a:solidFill>
              <a:latin typeface="Helvetica Neue"/>
              <a:ea typeface="Helvetica Neue"/>
              <a:cs typeface="Helvetica Neue"/>
              <a:sym typeface="Helvetica Neue"/>
            </a:endParaRPr>
          </a:p>
          <a:p>
            <a:pPr indent="0" lvl="0" marL="0" marR="0" rtl="0" algn="l">
              <a:spcBef>
                <a:spcPts val="0"/>
              </a:spcBef>
              <a:spcAft>
                <a:spcPts val="0"/>
              </a:spcAft>
              <a:buNone/>
            </a:pPr>
            <a:r>
              <a:rPr lang="en-US" sz="1600">
                <a:solidFill>
                  <a:schemeClr val="dk1"/>
                </a:solidFill>
                <a:latin typeface="Helvetica Neue"/>
                <a:ea typeface="Helvetica Neue"/>
                <a:cs typeface="Helvetica Neue"/>
                <a:sym typeface="Helvetica Neue"/>
              </a:rPr>
              <a:t>Sadaf Khan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7"/>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Overview</a:t>
            </a:r>
            <a:endParaRPr/>
          </a:p>
        </p:txBody>
      </p:sp>
      <p:sp>
        <p:nvSpPr>
          <p:cNvPr id="246" name="Google Shape;246;p27"/>
          <p:cNvSpPr txBox="1"/>
          <p:nvPr>
            <p:ph idx="1" type="body"/>
          </p:nvPr>
        </p:nvSpPr>
        <p:spPr>
          <a:xfrm>
            <a:off x="838200" y="846575"/>
            <a:ext cx="10515600" cy="5117100"/>
          </a:xfrm>
          <a:prstGeom prst="rect">
            <a:avLst/>
          </a:prstGeom>
          <a:noFill/>
          <a:ln>
            <a:noFill/>
          </a:ln>
        </p:spPr>
        <p:txBody>
          <a:bodyPr anchorCtr="0" anchor="t" bIns="45700" lIns="0" spcFirstLastPara="1" rIns="0" wrap="square" tIns="45700">
            <a:noAutofit/>
          </a:bodyPr>
          <a:lstStyle/>
          <a:p>
            <a:pPr indent="-76200" lvl="0" marL="228600" rtl="0" algn="l">
              <a:lnSpc>
                <a:spcPct val="90000"/>
              </a:lnSpc>
              <a:spcBef>
                <a:spcPts val="0"/>
              </a:spcBef>
              <a:spcAft>
                <a:spcPts val="0"/>
              </a:spcAft>
              <a:buSzPts val="2400"/>
              <a:buNone/>
            </a:pPr>
            <a:r>
              <a:t/>
            </a:r>
            <a:endParaRPr/>
          </a:p>
          <a:p>
            <a:pPr indent="0" lvl="0" marL="0" rtl="0" algn="l">
              <a:lnSpc>
                <a:spcPct val="90000"/>
              </a:lnSpc>
              <a:spcBef>
                <a:spcPts val="1000"/>
              </a:spcBef>
              <a:spcAft>
                <a:spcPts val="0"/>
              </a:spcAft>
              <a:buSzPts val="2400"/>
              <a:buNone/>
            </a:pPr>
            <a:r>
              <a:rPr lang="en-US">
                <a:solidFill>
                  <a:schemeClr val="dk1"/>
                </a:solidFill>
              </a:rPr>
              <a:t>I.  Introductions</a:t>
            </a:r>
            <a:endParaRPr/>
          </a:p>
          <a:p>
            <a:pPr indent="-76200" lvl="0" marL="228600" rtl="0" algn="l">
              <a:lnSpc>
                <a:spcPct val="90000"/>
              </a:lnSpc>
              <a:spcBef>
                <a:spcPts val="1000"/>
              </a:spcBef>
              <a:spcAft>
                <a:spcPts val="0"/>
              </a:spcAft>
              <a:buSzPts val="2400"/>
              <a:buNone/>
            </a:pPr>
            <a:r>
              <a:t/>
            </a:r>
            <a:endParaRPr>
              <a:solidFill>
                <a:schemeClr val="dk1"/>
              </a:solidFill>
            </a:endParaRPr>
          </a:p>
          <a:p>
            <a:pPr indent="0" lvl="0" marL="0" rtl="0" algn="l">
              <a:lnSpc>
                <a:spcPct val="90000"/>
              </a:lnSpc>
              <a:spcBef>
                <a:spcPts val="1000"/>
              </a:spcBef>
              <a:spcAft>
                <a:spcPts val="0"/>
              </a:spcAft>
              <a:buSzPts val="2400"/>
              <a:buNone/>
            </a:pPr>
            <a:r>
              <a:rPr lang="en-US">
                <a:solidFill>
                  <a:schemeClr val="dk1"/>
                </a:solidFill>
              </a:rPr>
              <a:t>II.  Data</a:t>
            </a:r>
            <a:endParaRPr/>
          </a:p>
          <a:p>
            <a:pPr indent="-76200" lvl="0" marL="228600" rtl="0" algn="l">
              <a:lnSpc>
                <a:spcPct val="90000"/>
              </a:lnSpc>
              <a:spcBef>
                <a:spcPts val="1000"/>
              </a:spcBef>
              <a:spcAft>
                <a:spcPts val="0"/>
              </a:spcAft>
              <a:buSzPts val="2400"/>
              <a:buNone/>
            </a:pPr>
            <a:r>
              <a:t/>
            </a:r>
            <a:endParaRPr>
              <a:solidFill>
                <a:schemeClr val="dk1"/>
              </a:solidFill>
            </a:endParaRPr>
          </a:p>
          <a:p>
            <a:pPr indent="0" lvl="0" marL="0" rtl="0" algn="l">
              <a:lnSpc>
                <a:spcPct val="90000"/>
              </a:lnSpc>
              <a:spcBef>
                <a:spcPts val="1000"/>
              </a:spcBef>
              <a:spcAft>
                <a:spcPts val="0"/>
              </a:spcAft>
              <a:buSzPts val="2400"/>
              <a:buNone/>
            </a:pPr>
            <a:r>
              <a:rPr lang="en-US">
                <a:solidFill>
                  <a:schemeClr val="dk1"/>
                </a:solidFill>
              </a:rPr>
              <a:t>III. Methodology</a:t>
            </a:r>
            <a:endParaRPr/>
          </a:p>
          <a:p>
            <a:pPr indent="-76200" lvl="0" marL="228600" rtl="0" algn="l">
              <a:lnSpc>
                <a:spcPct val="90000"/>
              </a:lnSpc>
              <a:spcBef>
                <a:spcPts val="1000"/>
              </a:spcBef>
              <a:spcAft>
                <a:spcPts val="0"/>
              </a:spcAft>
              <a:buSzPts val="2400"/>
              <a:buNone/>
            </a:pPr>
            <a:r>
              <a:t/>
            </a:r>
            <a:endParaRPr>
              <a:solidFill>
                <a:schemeClr val="dk1"/>
              </a:solidFill>
            </a:endParaRPr>
          </a:p>
          <a:p>
            <a:pPr indent="0" lvl="0" marL="0" rtl="0" algn="l">
              <a:lnSpc>
                <a:spcPct val="90000"/>
              </a:lnSpc>
              <a:spcBef>
                <a:spcPts val="1000"/>
              </a:spcBef>
              <a:spcAft>
                <a:spcPts val="0"/>
              </a:spcAft>
              <a:buSzPts val="2400"/>
              <a:buNone/>
            </a:pPr>
            <a:r>
              <a:rPr lang="en-US">
                <a:solidFill>
                  <a:schemeClr val="dk1"/>
                </a:solidFill>
              </a:rPr>
              <a:t>IV. Results</a:t>
            </a:r>
            <a:endParaRPr/>
          </a:p>
          <a:p>
            <a:pPr indent="0" lvl="0" marL="0" rtl="0" algn="l">
              <a:lnSpc>
                <a:spcPct val="90000"/>
              </a:lnSpc>
              <a:spcBef>
                <a:spcPts val="1000"/>
              </a:spcBef>
              <a:spcAft>
                <a:spcPts val="0"/>
              </a:spcAft>
              <a:buSzPts val="2400"/>
              <a:buNone/>
            </a:pPr>
            <a:r>
              <a:t/>
            </a:r>
            <a:endParaRPr>
              <a:solidFill>
                <a:schemeClr val="dk1"/>
              </a:solidFill>
            </a:endParaRPr>
          </a:p>
          <a:p>
            <a:pPr indent="0" lvl="0" marL="0" rtl="0" algn="l">
              <a:lnSpc>
                <a:spcPct val="90000"/>
              </a:lnSpc>
              <a:spcBef>
                <a:spcPts val="1000"/>
              </a:spcBef>
              <a:spcAft>
                <a:spcPts val="0"/>
              </a:spcAft>
              <a:buSzPts val="2400"/>
              <a:buNone/>
            </a:pPr>
            <a:r>
              <a:rPr lang="en-US">
                <a:solidFill>
                  <a:schemeClr val="dk1"/>
                </a:solidFill>
              </a:rPr>
              <a:t>V. Insights</a:t>
            </a:r>
            <a:endParaRPr>
              <a:solidFill>
                <a:schemeClr val="dk1"/>
              </a:solidFill>
            </a:endParaRPr>
          </a:p>
          <a:p>
            <a:pPr indent="0" lvl="0" marL="0" rtl="0" algn="l">
              <a:lnSpc>
                <a:spcPct val="90000"/>
              </a:lnSpc>
              <a:spcBef>
                <a:spcPts val="1000"/>
              </a:spcBef>
              <a:spcAft>
                <a:spcPts val="0"/>
              </a:spcAft>
              <a:buSzPts val="2400"/>
              <a:buNone/>
            </a:pPr>
            <a:r>
              <a:t/>
            </a:r>
            <a:endParaRPr>
              <a:solidFill>
                <a:schemeClr val="dk1"/>
              </a:solidFill>
            </a:endParaRPr>
          </a:p>
          <a:p>
            <a:pPr indent="0" lvl="0" marL="0" rtl="0" algn="l">
              <a:lnSpc>
                <a:spcPct val="90000"/>
              </a:lnSpc>
              <a:spcBef>
                <a:spcPts val="1000"/>
              </a:spcBef>
              <a:spcAft>
                <a:spcPts val="0"/>
              </a:spcAft>
              <a:buSzPts val="2400"/>
              <a:buNone/>
            </a:pPr>
            <a:r>
              <a:rPr lang="en-US">
                <a:solidFill>
                  <a:schemeClr val="dk1"/>
                </a:solidFill>
              </a:rPr>
              <a:t>VI. Conclusion &amp; Q&amp;A</a:t>
            </a:r>
            <a:endParaRPr>
              <a:solidFill>
                <a:schemeClr val="dk1"/>
              </a:solidFill>
            </a:endParaRPr>
          </a:p>
          <a:p>
            <a:pPr indent="0" lvl="0" marL="0" rtl="0" algn="l">
              <a:lnSpc>
                <a:spcPct val="90000"/>
              </a:lnSpc>
              <a:spcBef>
                <a:spcPts val="1000"/>
              </a:spcBef>
              <a:spcAft>
                <a:spcPts val="0"/>
              </a:spcAft>
              <a:buSzPts val="2400"/>
              <a:buNone/>
            </a:pPr>
            <a:r>
              <a:t/>
            </a:r>
            <a:endParaRPr>
              <a:solidFill>
                <a:schemeClr val="dk1"/>
              </a:solidFill>
            </a:endParaRPr>
          </a:p>
        </p:txBody>
      </p:sp>
      <p:sp>
        <p:nvSpPr>
          <p:cNvPr id="247" name="Google Shape;247;p27"/>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8"/>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3" name="Google Shape;253;p28"/>
          <p:cNvSpPr txBox="1"/>
          <p:nvPr>
            <p:ph idx="6" type="body"/>
          </p:nvPr>
        </p:nvSpPr>
        <p:spPr>
          <a:xfrm>
            <a:off x="519225" y="2055950"/>
            <a:ext cx="9806700" cy="4071600"/>
          </a:xfrm>
          <a:prstGeom prst="rect">
            <a:avLst/>
          </a:prstGeom>
          <a:noFill/>
          <a:ln>
            <a:noFill/>
          </a:ln>
        </p:spPr>
        <p:txBody>
          <a:bodyPr anchorCtr="0" anchor="t" bIns="45700" lIns="0" spcFirstLastPara="1" rIns="0"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latin typeface="Albert Sans"/>
                <a:ea typeface="Albert Sans"/>
                <a:cs typeface="Albert Sans"/>
                <a:sym typeface="Albert Sans"/>
              </a:rPr>
              <a:t>Artificial Intelligence and Industry Transformation</a:t>
            </a:r>
            <a:endParaRPr sz="1500">
              <a:solidFill>
                <a:schemeClr val="dk1"/>
              </a:solidFill>
              <a:latin typeface="Albert Sans"/>
              <a:ea typeface="Albert Sans"/>
              <a:cs typeface="Albert Sans"/>
              <a:sym typeface="Albert Sans"/>
            </a:endParaRPr>
          </a:p>
          <a:p>
            <a:pPr indent="-323850" lvl="0" marL="457200" rtl="0" algn="l">
              <a:lnSpc>
                <a:spcPct val="115000"/>
              </a:lnSpc>
              <a:spcBef>
                <a:spcPts val="1200"/>
              </a:spcBef>
              <a:spcAft>
                <a:spcPts val="0"/>
              </a:spcAft>
              <a:buClr>
                <a:schemeClr val="dk1"/>
              </a:buClr>
              <a:buSzPts val="1500"/>
              <a:buChar char="●"/>
            </a:pPr>
            <a:r>
              <a:rPr b="0" lang="en-US" sz="1500">
                <a:solidFill>
                  <a:schemeClr val="dk1"/>
                </a:solidFill>
                <a:latin typeface="Albert Sans"/>
                <a:ea typeface="Albert Sans"/>
                <a:cs typeface="Albert Sans"/>
                <a:sym typeface="Albert Sans"/>
              </a:rPr>
              <a:t>Artificial Intelligence is transforming industries by enabling </a:t>
            </a:r>
            <a:r>
              <a:rPr lang="en-US" sz="1500">
                <a:solidFill>
                  <a:schemeClr val="dk1"/>
                </a:solidFill>
                <a:latin typeface="Albert Sans"/>
                <a:ea typeface="Albert Sans"/>
                <a:cs typeface="Albert Sans"/>
                <a:sym typeface="Albert Sans"/>
              </a:rPr>
              <a:t>automation, improved decision-making, and new technologies</a:t>
            </a:r>
            <a:r>
              <a:rPr b="0" lang="en-US" sz="1500">
                <a:solidFill>
                  <a:schemeClr val="dk1"/>
                </a:solidFill>
                <a:latin typeface="Albert Sans"/>
                <a:ea typeface="Albert Sans"/>
                <a:cs typeface="Albert Sans"/>
                <a:sym typeface="Albert Sans"/>
              </a:rPr>
              <a:t>.</a:t>
            </a:r>
            <a:br>
              <a:rPr b="0" lang="en-US" sz="1500">
                <a:solidFill>
                  <a:schemeClr val="dk1"/>
                </a:solidFill>
                <a:latin typeface="Albert Sans"/>
                <a:ea typeface="Albert Sans"/>
                <a:cs typeface="Albert Sans"/>
                <a:sym typeface="Albert Sans"/>
              </a:rPr>
            </a:br>
            <a:endParaRPr b="0" sz="1500">
              <a:solidFill>
                <a:schemeClr val="dk1"/>
              </a:solidFill>
              <a:latin typeface="Albert Sans"/>
              <a:ea typeface="Albert Sans"/>
              <a:cs typeface="Albert Sans"/>
              <a:sym typeface="Albert Sans"/>
            </a:endParaRPr>
          </a:p>
          <a:p>
            <a:pPr indent="-323850" lvl="0" marL="457200" rtl="0" algn="l">
              <a:lnSpc>
                <a:spcPct val="115000"/>
              </a:lnSpc>
              <a:spcBef>
                <a:spcPts val="0"/>
              </a:spcBef>
              <a:spcAft>
                <a:spcPts val="0"/>
              </a:spcAft>
              <a:buClr>
                <a:schemeClr val="dk1"/>
              </a:buClr>
              <a:buSzPts val="1500"/>
              <a:buChar char="●"/>
            </a:pPr>
            <a:r>
              <a:rPr b="0" lang="en-US" sz="1500">
                <a:solidFill>
                  <a:schemeClr val="dk1"/>
                </a:solidFill>
                <a:latin typeface="Albert Sans"/>
                <a:ea typeface="Albert Sans"/>
                <a:cs typeface="Albert Sans"/>
                <a:sym typeface="Albert Sans"/>
              </a:rPr>
              <a:t>Companies across sectors are investing in AI to </a:t>
            </a:r>
            <a:r>
              <a:rPr lang="en-US" sz="1500">
                <a:solidFill>
                  <a:schemeClr val="dk1"/>
                </a:solidFill>
                <a:latin typeface="Albert Sans"/>
                <a:ea typeface="Albert Sans"/>
                <a:cs typeface="Albert Sans"/>
                <a:sym typeface="Albert Sans"/>
              </a:rPr>
              <a:t>increase productivity, reduce costs, and gain competitive advantages</a:t>
            </a:r>
            <a:r>
              <a:rPr b="0" lang="en-US" sz="1500">
                <a:solidFill>
                  <a:schemeClr val="dk1"/>
                </a:solidFill>
                <a:latin typeface="Albert Sans"/>
                <a:ea typeface="Albert Sans"/>
                <a:cs typeface="Albert Sans"/>
                <a:sym typeface="Albert Sans"/>
              </a:rPr>
              <a:t>.</a:t>
            </a:r>
            <a:br>
              <a:rPr b="0" lang="en-US" sz="1500">
                <a:solidFill>
                  <a:schemeClr val="dk1"/>
                </a:solidFill>
                <a:latin typeface="Albert Sans"/>
                <a:ea typeface="Albert Sans"/>
                <a:cs typeface="Albert Sans"/>
                <a:sym typeface="Albert Sans"/>
              </a:rPr>
            </a:br>
            <a:endParaRPr b="0" sz="1500">
              <a:solidFill>
                <a:schemeClr val="dk1"/>
              </a:solidFill>
              <a:latin typeface="Albert Sans"/>
              <a:ea typeface="Albert Sans"/>
              <a:cs typeface="Albert Sans"/>
              <a:sym typeface="Albert Sans"/>
            </a:endParaRPr>
          </a:p>
          <a:p>
            <a:pPr indent="-323850" lvl="0" marL="457200" rtl="0" algn="l">
              <a:lnSpc>
                <a:spcPct val="115000"/>
              </a:lnSpc>
              <a:spcBef>
                <a:spcPts val="0"/>
              </a:spcBef>
              <a:spcAft>
                <a:spcPts val="0"/>
              </a:spcAft>
              <a:buClr>
                <a:schemeClr val="dk1"/>
              </a:buClr>
              <a:buSzPts val="1500"/>
              <a:buChar char="●"/>
            </a:pPr>
            <a:r>
              <a:rPr b="0" lang="en-US" sz="1500">
                <a:solidFill>
                  <a:schemeClr val="dk1"/>
                </a:solidFill>
                <a:latin typeface="Albert Sans"/>
                <a:ea typeface="Albert Sans"/>
                <a:cs typeface="Albert Sans"/>
                <a:sym typeface="Albert Sans"/>
              </a:rPr>
              <a:t>However, the </a:t>
            </a:r>
            <a:r>
              <a:rPr lang="en-US" sz="1500">
                <a:solidFill>
                  <a:schemeClr val="dk1"/>
                </a:solidFill>
                <a:latin typeface="Albert Sans"/>
                <a:ea typeface="Albert Sans"/>
                <a:cs typeface="Albert Sans"/>
                <a:sym typeface="Albert Sans"/>
              </a:rPr>
              <a:t>impact of AI varies across industries and companies</a:t>
            </a:r>
            <a:r>
              <a:rPr b="0" lang="en-US" sz="1500">
                <a:solidFill>
                  <a:schemeClr val="dk1"/>
                </a:solidFill>
                <a:latin typeface="Albert Sans"/>
                <a:ea typeface="Albert Sans"/>
                <a:cs typeface="Albert Sans"/>
                <a:sym typeface="Albert Sans"/>
              </a:rPr>
              <a:t>.</a:t>
            </a:r>
            <a:br>
              <a:rPr b="0" lang="en-US" sz="1500">
                <a:solidFill>
                  <a:schemeClr val="dk1"/>
                </a:solidFill>
                <a:latin typeface="Albert Sans"/>
                <a:ea typeface="Albert Sans"/>
                <a:cs typeface="Albert Sans"/>
                <a:sym typeface="Albert Sans"/>
              </a:rPr>
            </a:br>
            <a:endParaRPr b="0" sz="1500">
              <a:solidFill>
                <a:schemeClr val="dk1"/>
              </a:solidFill>
              <a:latin typeface="Albert Sans"/>
              <a:ea typeface="Albert Sans"/>
              <a:cs typeface="Albert Sans"/>
              <a:sym typeface="Albert Sans"/>
            </a:endParaRPr>
          </a:p>
          <a:p>
            <a:pPr indent="-323850" lvl="0" marL="457200" rtl="0" algn="l">
              <a:lnSpc>
                <a:spcPct val="115000"/>
              </a:lnSpc>
              <a:spcBef>
                <a:spcPts val="0"/>
              </a:spcBef>
              <a:spcAft>
                <a:spcPts val="0"/>
              </a:spcAft>
              <a:buClr>
                <a:schemeClr val="dk1"/>
              </a:buClr>
              <a:buSzPts val="1500"/>
              <a:buChar char="●"/>
            </a:pPr>
            <a:r>
              <a:rPr b="0" lang="en-US" sz="1500">
                <a:solidFill>
                  <a:schemeClr val="dk1"/>
                </a:solidFill>
                <a:latin typeface="Albert Sans"/>
                <a:ea typeface="Albert Sans"/>
                <a:cs typeface="Albert Sans"/>
                <a:sym typeface="Albert Sans"/>
              </a:rPr>
              <a:t>News media provides insights into </a:t>
            </a:r>
            <a:r>
              <a:rPr lang="en-US" sz="1500">
                <a:solidFill>
                  <a:schemeClr val="dk1"/>
                </a:solidFill>
                <a:latin typeface="Albert Sans"/>
                <a:ea typeface="Albert Sans"/>
                <a:cs typeface="Albert Sans"/>
                <a:sym typeface="Albert Sans"/>
              </a:rPr>
              <a:t>how AI developments are discussed, adopted, and perceived</a:t>
            </a:r>
            <a:r>
              <a:rPr b="0" lang="en-US" sz="1500">
                <a:solidFill>
                  <a:schemeClr val="dk1"/>
                </a:solidFill>
                <a:latin typeface="Albert Sans"/>
                <a:ea typeface="Albert Sans"/>
                <a:cs typeface="Albert Sans"/>
                <a:sym typeface="Albert Sans"/>
              </a:rPr>
              <a:t>.</a:t>
            </a:r>
            <a:br>
              <a:rPr b="0" lang="en-US" sz="1500">
                <a:solidFill>
                  <a:schemeClr val="dk1"/>
                </a:solidFill>
                <a:latin typeface="Albert Sans"/>
                <a:ea typeface="Albert Sans"/>
                <a:cs typeface="Albert Sans"/>
                <a:sym typeface="Albert Sans"/>
              </a:rPr>
            </a:br>
            <a:endParaRPr b="0"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latin typeface="Albert Sans"/>
                <a:ea typeface="Albert Sans"/>
                <a:cs typeface="Albert Sans"/>
                <a:sym typeface="Albert Sans"/>
              </a:rPr>
              <a:t>Project Context</a:t>
            </a:r>
            <a:endParaRPr sz="1500">
              <a:solidFill>
                <a:schemeClr val="dk1"/>
              </a:solidFill>
              <a:latin typeface="Albert Sans"/>
              <a:ea typeface="Albert Sans"/>
              <a:cs typeface="Albert Sans"/>
              <a:sym typeface="Albert Sans"/>
            </a:endParaRPr>
          </a:p>
          <a:p>
            <a:pPr indent="-323850" lvl="0" marL="457200" rtl="0" algn="l">
              <a:lnSpc>
                <a:spcPct val="115000"/>
              </a:lnSpc>
              <a:spcBef>
                <a:spcPts val="1200"/>
              </a:spcBef>
              <a:spcAft>
                <a:spcPts val="0"/>
              </a:spcAft>
              <a:buClr>
                <a:schemeClr val="dk1"/>
              </a:buClr>
              <a:buSzPts val="1500"/>
              <a:buChar char="●"/>
            </a:pPr>
            <a:r>
              <a:rPr b="0" lang="en-US" sz="1500">
                <a:solidFill>
                  <a:schemeClr val="dk1"/>
                </a:solidFill>
                <a:latin typeface="Albert Sans"/>
                <a:ea typeface="Albert Sans"/>
                <a:cs typeface="Albert Sans"/>
                <a:sym typeface="Albert Sans"/>
              </a:rPr>
              <a:t>Analysis of </a:t>
            </a:r>
            <a:r>
              <a:rPr lang="en-US" sz="1500">
                <a:solidFill>
                  <a:schemeClr val="dk1"/>
                </a:solidFill>
                <a:latin typeface="Albert Sans"/>
                <a:ea typeface="Albert Sans"/>
                <a:cs typeface="Albert Sans"/>
                <a:sym typeface="Albert Sans"/>
              </a:rPr>
              <a:t>~200,000 news articles</a:t>
            </a:r>
            <a:r>
              <a:rPr b="0" lang="en-US" sz="1500">
                <a:solidFill>
                  <a:schemeClr val="dk1"/>
                </a:solidFill>
                <a:latin typeface="Albert Sans"/>
                <a:ea typeface="Albert Sans"/>
                <a:cs typeface="Albert Sans"/>
                <a:sym typeface="Albert Sans"/>
              </a:rPr>
              <a:t> related to </a:t>
            </a:r>
            <a:r>
              <a:rPr lang="en-US" sz="1500">
                <a:solidFill>
                  <a:schemeClr val="dk1"/>
                </a:solidFill>
                <a:latin typeface="Albert Sans"/>
                <a:ea typeface="Albert Sans"/>
                <a:cs typeface="Albert Sans"/>
                <a:sym typeface="Albert Sans"/>
              </a:rPr>
              <a:t>AI, machine learning, and data science</a:t>
            </a:r>
            <a:r>
              <a:rPr b="0" lang="en-US" sz="1500">
                <a:solidFill>
                  <a:schemeClr val="dk1"/>
                </a:solidFill>
                <a:latin typeface="Albert Sans"/>
                <a:ea typeface="Albert Sans"/>
                <a:cs typeface="Albert Sans"/>
                <a:sym typeface="Albert Sans"/>
              </a:rPr>
              <a:t>.</a:t>
            </a:r>
            <a:endParaRPr b="0"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1200"/>
              </a:spcAft>
              <a:buClr>
                <a:schemeClr val="dk1"/>
              </a:buClr>
              <a:buSzPts val="1100"/>
              <a:buFont typeface="Arial"/>
              <a:buNone/>
            </a:pPr>
            <a:r>
              <a:t/>
            </a:r>
            <a:endParaRPr/>
          </a:p>
        </p:txBody>
      </p:sp>
      <p:sp>
        <p:nvSpPr>
          <p:cNvPr id="254" name="Google Shape;254;p28"/>
          <p:cNvSpPr txBox="1"/>
          <p:nvPr/>
        </p:nvSpPr>
        <p:spPr>
          <a:xfrm>
            <a:off x="609275" y="438900"/>
            <a:ext cx="11117100" cy="65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0" lvl="0" marL="0" rtl="0" algn="l">
              <a:lnSpc>
                <a:spcPct val="90000"/>
              </a:lnSpc>
              <a:spcBef>
                <a:spcPts val="400"/>
              </a:spcBef>
              <a:spcAft>
                <a:spcPts val="0"/>
              </a:spcAft>
              <a:buClr>
                <a:srgbClr val="800000"/>
              </a:buClr>
              <a:buSzPts val="3600"/>
              <a:buFont typeface="Helvetica Neue"/>
              <a:buNone/>
            </a:pPr>
            <a:r>
              <a:rPr lang="en-US" sz="3300">
                <a:solidFill>
                  <a:schemeClr val="accent1"/>
                </a:solidFill>
              </a:rPr>
              <a:t>Introduction</a:t>
            </a:r>
            <a:endParaRPr sz="3300">
              <a:solidFill>
                <a:schemeClr val="accent1"/>
              </a:solidFill>
            </a:endParaRPr>
          </a:p>
          <a:p>
            <a:pPr indent="0" lvl="0" marL="0" rtl="0" algn="l">
              <a:lnSpc>
                <a:spcPct val="90000"/>
              </a:lnSpc>
              <a:spcBef>
                <a:spcPts val="0"/>
              </a:spcBef>
              <a:spcAft>
                <a:spcPts val="0"/>
              </a:spcAft>
              <a:buClr>
                <a:srgbClr val="800000"/>
              </a:buClr>
              <a:buSzPts val="3600"/>
              <a:buFont typeface="Helvetica Neue"/>
              <a:buNone/>
            </a:pPr>
            <a:r>
              <a:t/>
            </a:r>
            <a:endParaRPr/>
          </a:p>
          <a:p>
            <a:pPr indent="0" lvl="0" marL="0" rtl="0" algn="ctr">
              <a:lnSpc>
                <a:spcPct val="115000"/>
              </a:lnSpc>
              <a:spcBef>
                <a:spcPts val="1400"/>
              </a:spcBef>
              <a:spcAft>
                <a:spcPts val="0"/>
              </a:spcAft>
              <a:buClr>
                <a:schemeClr val="dk1"/>
              </a:buClr>
              <a:buSzPts val="1100"/>
              <a:buFont typeface="Arial"/>
              <a:buNone/>
            </a:pPr>
            <a:r>
              <a:rPr b="1" lang="en-US" sz="1300">
                <a:solidFill>
                  <a:schemeClr val="dk1"/>
                </a:solidFill>
              </a:rPr>
              <a:t>Artificial Intelligence and Industry Transformation</a:t>
            </a:r>
            <a:endParaRPr b="1" sz="1300">
              <a:solidFill>
                <a:schemeClr val="dk1"/>
              </a:solidFill>
            </a:endParaRPr>
          </a:p>
          <a:p>
            <a:pPr indent="0" lvl="0" marL="0" rtl="0" algn="l">
              <a:spcBef>
                <a:spcPts val="400"/>
              </a:spcBef>
              <a:spcAft>
                <a:spcPts val="0"/>
              </a:spcAft>
              <a:buNone/>
            </a:pPr>
            <a:r>
              <a:t/>
            </a:r>
            <a:endParaRPr sz="2400">
              <a:solidFill>
                <a:srgbClr val="767676"/>
              </a:solidFill>
              <a:latin typeface="Helvetica Neue"/>
              <a:ea typeface="Helvetica Neue"/>
              <a:cs typeface="Helvetica Neue"/>
              <a:sym typeface="Helvetica Neue"/>
            </a:endParaRPr>
          </a:p>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255" name="Google Shape;255;p28"/>
          <p:cNvSpPr txBox="1"/>
          <p:nvPr>
            <p:ph idx="15" type="body"/>
          </p:nvPr>
        </p:nvSpPr>
        <p:spPr>
          <a:xfrm>
            <a:off x="11625401" y="6026375"/>
            <a:ext cx="100800" cy="61800"/>
          </a:xfrm>
          <a:prstGeom prst="rect">
            <a:avLst/>
          </a:prstGeom>
          <a:noFill/>
          <a:ln>
            <a:noFill/>
          </a:ln>
        </p:spPr>
        <p:txBody>
          <a:bodyPr anchorCtr="0" anchor="t" bIns="45700" lIns="0" spcFirstLastPara="1" rIns="0" wrap="square" tIns="45700">
            <a:noAutofit/>
          </a:bodyPr>
          <a:lstStyle/>
          <a:p>
            <a:pPr indent="0" lvl="0" marL="0" rtl="0" algn="ctr">
              <a:lnSpc>
                <a:spcPct val="90000"/>
              </a:lnSpc>
              <a:spcBef>
                <a:spcPts val="0"/>
              </a:spcBef>
              <a:spcAft>
                <a:spcPts val="0"/>
              </a:spcAft>
              <a:buSzPts val="1200"/>
              <a:buNone/>
            </a:pPr>
            <a:r>
              <a:t/>
            </a:r>
            <a:endParaRPr sz="1700">
              <a:latin typeface="Albert Sans"/>
              <a:ea typeface="Albert Sans"/>
              <a:cs typeface="Albert Sans"/>
              <a:sym typeface="Albert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9"/>
          <p:cNvSpPr txBox="1"/>
          <p:nvPr>
            <p:ph type="title"/>
          </p:nvPr>
        </p:nvSpPr>
        <p:spPr>
          <a:xfrm>
            <a:off x="838200" y="0"/>
            <a:ext cx="10515600" cy="13128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US"/>
              <a:t>Research Questions</a:t>
            </a:r>
            <a:endParaRPr/>
          </a:p>
        </p:txBody>
      </p:sp>
      <p:sp>
        <p:nvSpPr>
          <p:cNvPr id="262" name="Google Shape;262;p29"/>
          <p:cNvSpPr txBox="1"/>
          <p:nvPr>
            <p:ph idx="12" type="sldNum"/>
          </p:nvPr>
        </p:nvSpPr>
        <p:spPr>
          <a:xfrm>
            <a:off x="9707876" y="5776407"/>
            <a:ext cx="3432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63" name="Google Shape;263;p29"/>
          <p:cNvSpPr txBox="1"/>
          <p:nvPr>
            <p:ph idx="1" type="body"/>
          </p:nvPr>
        </p:nvSpPr>
        <p:spPr>
          <a:xfrm>
            <a:off x="807975" y="1651700"/>
            <a:ext cx="10673100" cy="4013700"/>
          </a:xfrm>
          <a:prstGeom prst="rect">
            <a:avLst/>
          </a:prstGeom>
        </p:spPr>
        <p:txBody>
          <a:bodyPr anchorCtr="0" anchor="t" bIns="45700" lIns="0" spcFirstLastPara="1" rIns="0" wrap="square" tIns="45700">
            <a:noAutofit/>
          </a:bodyPr>
          <a:lstStyle/>
          <a:p>
            <a:pPr indent="-406400" lvl="0" marL="457200" rtl="0" algn="l">
              <a:lnSpc>
                <a:spcPct val="115000"/>
              </a:lnSpc>
              <a:spcBef>
                <a:spcPts val="1200"/>
              </a:spcBef>
              <a:spcAft>
                <a:spcPts val="0"/>
              </a:spcAft>
              <a:buClr>
                <a:srgbClr val="434343"/>
              </a:buClr>
              <a:buSzPts val="2800"/>
              <a:buFont typeface="Albert Sans"/>
              <a:buChar char="➔"/>
            </a:pPr>
            <a:r>
              <a:rPr b="0" lang="en-US" sz="2800">
                <a:solidFill>
                  <a:srgbClr val="434343"/>
                </a:solidFill>
                <a:latin typeface="Albert Sans"/>
                <a:ea typeface="Albert Sans"/>
                <a:cs typeface="Albert Sans"/>
                <a:sym typeface="Albert Sans"/>
              </a:rPr>
              <a:t>Which industries and companies are most likely to be impacted by AI over the next several years?</a:t>
            </a:r>
            <a:endParaRPr b="0" sz="2800">
              <a:solidFill>
                <a:srgbClr val="434343"/>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t/>
            </a:r>
            <a:endParaRPr b="0" sz="2800">
              <a:solidFill>
                <a:srgbClr val="434343"/>
              </a:solidFill>
              <a:latin typeface="Albert Sans"/>
              <a:ea typeface="Albert Sans"/>
              <a:cs typeface="Albert Sans"/>
              <a:sym typeface="Albert Sans"/>
            </a:endParaRPr>
          </a:p>
          <a:p>
            <a:pPr indent="-406400" lvl="0" marL="457200" rtl="0" algn="l">
              <a:lnSpc>
                <a:spcPct val="115000"/>
              </a:lnSpc>
              <a:spcBef>
                <a:spcPts val="1200"/>
              </a:spcBef>
              <a:spcAft>
                <a:spcPts val="0"/>
              </a:spcAft>
              <a:buClr>
                <a:srgbClr val="434343"/>
              </a:buClr>
              <a:buSzPts val="2800"/>
              <a:buFont typeface="Albert Sans"/>
              <a:buChar char="➔"/>
            </a:pPr>
            <a:r>
              <a:rPr b="0" lang="en-US" sz="2800">
                <a:solidFill>
                  <a:srgbClr val="434343"/>
                </a:solidFill>
                <a:latin typeface="Albert Sans"/>
                <a:ea typeface="Albert Sans"/>
                <a:cs typeface="Albert Sans"/>
                <a:sym typeface="Albert Sans"/>
              </a:rPr>
              <a:t>How are these industries and companies impacted by AI?</a:t>
            </a:r>
            <a:br>
              <a:rPr b="0" lang="en-US" sz="2800">
                <a:solidFill>
                  <a:srgbClr val="434343"/>
                </a:solidFill>
                <a:latin typeface="Albert Sans"/>
                <a:ea typeface="Albert Sans"/>
                <a:cs typeface="Albert Sans"/>
                <a:sym typeface="Albert Sans"/>
              </a:rPr>
            </a:br>
            <a:r>
              <a:rPr b="0" lang="en-US" sz="2800">
                <a:solidFill>
                  <a:srgbClr val="434343"/>
                </a:solidFill>
                <a:latin typeface="Albert Sans"/>
                <a:ea typeface="Albert Sans"/>
                <a:cs typeface="Albert Sans"/>
                <a:sym typeface="Albert Sans"/>
              </a:rPr>
              <a:t> (positive, negative, or uncertain impact)</a:t>
            </a:r>
            <a:endParaRPr b="0" sz="2800">
              <a:solidFill>
                <a:srgbClr val="434343"/>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t/>
            </a:r>
            <a:endParaRPr b="0" sz="2800">
              <a:solidFill>
                <a:srgbClr val="434343"/>
              </a:solidFill>
              <a:latin typeface="Albert Sans"/>
              <a:ea typeface="Albert Sans"/>
              <a:cs typeface="Albert Sans"/>
              <a:sym typeface="Albert Sans"/>
            </a:endParaRPr>
          </a:p>
          <a:p>
            <a:pPr indent="-406400" lvl="0" marL="457200" rtl="0" algn="l">
              <a:lnSpc>
                <a:spcPct val="115000"/>
              </a:lnSpc>
              <a:spcBef>
                <a:spcPts val="1200"/>
              </a:spcBef>
              <a:spcAft>
                <a:spcPts val="0"/>
              </a:spcAft>
              <a:buClr>
                <a:srgbClr val="434343"/>
              </a:buClr>
              <a:buSzPts val="2800"/>
              <a:buFont typeface="Albert Sans"/>
              <a:buChar char="➔"/>
            </a:pPr>
            <a:r>
              <a:rPr b="0" lang="en-US" sz="2800">
                <a:solidFill>
                  <a:srgbClr val="434343"/>
                </a:solidFill>
                <a:latin typeface="Albert Sans"/>
                <a:ea typeface="Albert Sans"/>
                <a:cs typeface="Albert Sans"/>
                <a:sym typeface="Albert Sans"/>
              </a:rPr>
              <a:t>What factors appear to influence successful or unsuccessful AI adoption?</a:t>
            </a:r>
            <a:endParaRPr b="0" sz="2800">
              <a:solidFill>
                <a:srgbClr val="434343"/>
              </a:solidFill>
              <a:latin typeface="Albert Sans"/>
              <a:ea typeface="Albert Sans"/>
              <a:cs typeface="Albert Sans"/>
              <a:sym typeface="Albert Sans"/>
            </a:endParaRPr>
          </a:p>
          <a:p>
            <a:pPr indent="0" lvl="0" marL="0" rtl="0" algn="ctr">
              <a:spcBef>
                <a:spcPts val="1200"/>
              </a:spcBef>
              <a:spcAft>
                <a:spcPts val="0"/>
              </a:spcAft>
              <a:buNone/>
            </a:pPr>
            <a:r>
              <a:t/>
            </a:r>
            <a:endParaRPr>
              <a:solidFill>
                <a:srgbClr val="434343"/>
              </a:solidFill>
              <a:latin typeface="Albert Sans"/>
              <a:ea typeface="Albert Sans"/>
              <a:cs typeface="Albert Sans"/>
              <a:sym typeface="Alber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0"/>
          <p:cNvSpPr txBox="1"/>
          <p:nvPr>
            <p:ph type="title"/>
          </p:nvPr>
        </p:nvSpPr>
        <p:spPr>
          <a:xfrm>
            <a:off x="506125" y="0"/>
            <a:ext cx="10515600" cy="1312800"/>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Data </a:t>
            </a:r>
            <a:endParaRPr/>
          </a:p>
        </p:txBody>
      </p:sp>
      <p:sp>
        <p:nvSpPr>
          <p:cNvPr id="269" name="Google Shape;269;p30"/>
          <p:cNvSpPr txBox="1"/>
          <p:nvPr>
            <p:ph idx="1" type="body"/>
          </p:nvPr>
        </p:nvSpPr>
        <p:spPr>
          <a:xfrm>
            <a:off x="838200" y="1534132"/>
            <a:ext cx="10515600" cy="1546800"/>
          </a:xfrm>
          <a:prstGeom prst="rect">
            <a:avLst/>
          </a:prstGeom>
          <a:noFill/>
          <a:ln>
            <a:noFill/>
          </a:ln>
        </p:spPr>
        <p:txBody>
          <a:bodyPr anchorCtr="0" anchor="t" bIns="45700" lIns="0" spcFirstLastPara="1" rIns="0" wrap="square" tIns="45700">
            <a:noAutofit/>
          </a:bodyPr>
          <a:lstStyle/>
          <a:p>
            <a:pPr indent="0" lvl="0" marL="0" rtl="0" algn="l">
              <a:lnSpc>
                <a:spcPct val="115000"/>
              </a:lnSpc>
              <a:spcBef>
                <a:spcPts val="1200"/>
              </a:spcBef>
              <a:spcAft>
                <a:spcPts val="0"/>
              </a:spcAft>
              <a:buSzPts val="1100"/>
              <a:buNone/>
            </a:pPr>
            <a:r>
              <a:rPr b="1" lang="en-US" sz="1600">
                <a:solidFill>
                  <a:schemeClr val="dk1"/>
                </a:solidFill>
                <a:latin typeface="Albert Sans"/>
                <a:ea typeface="Albert Sans"/>
                <a:cs typeface="Albert Sans"/>
                <a:sym typeface="Albert Sans"/>
              </a:rPr>
              <a:t>Dataset Overview </a:t>
            </a:r>
            <a:endParaRPr b="1"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rPr lang="en-US" sz="1600">
                <a:solidFill>
                  <a:schemeClr val="dk1"/>
                </a:solidFill>
                <a:latin typeface="Albert Sans"/>
                <a:ea typeface="Albert Sans"/>
                <a:cs typeface="Albert Sans"/>
                <a:sym typeface="Albert Sans"/>
              </a:rPr>
              <a:t>Source: AI related news content </a:t>
            </a:r>
            <a:endParaRPr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rPr b="1" lang="en-US" sz="1500">
                <a:solidFill>
                  <a:schemeClr val="dk1"/>
                </a:solidFill>
                <a:latin typeface="Albert Sans"/>
                <a:ea typeface="Albert Sans"/>
                <a:cs typeface="Albert Sans"/>
                <a:sym typeface="Albert Sans"/>
              </a:rPr>
              <a:t>Dataset size:</a:t>
            </a:r>
            <a:endParaRPr b="1"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rPr lang="en-US" sz="1500">
                <a:solidFill>
                  <a:schemeClr val="dk1"/>
                </a:solidFill>
                <a:latin typeface="Albert Sans"/>
                <a:ea typeface="Albert Sans"/>
                <a:cs typeface="Albert Sans"/>
                <a:sym typeface="Albert Sans"/>
              </a:rPr>
              <a:t>• ~200,000 news articles</a:t>
            </a:r>
            <a:endParaRPr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rPr b="1" lang="en-US" sz="1500">
                <a:solidFill>
                  <a:schemeClr val="dk1"/>
                </a:solidFill>
                <a:latin typeface="Albert Sans"/>
                <a:ea typeface="Albert Sans"/>
                <a:cs typeface="Albert Sans"/>
                <a:sym typeface="Albert Sans"/>
              </a:rPr>
              <a:t>Key columns used in analysis:</a:t>
            </a:r>
            <a:endParaRPr b="1"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t/>
            </a:r>
            <a:endParaRPr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t/>
            </a:r>
            <a:endParaRPr b="1"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t/>
            </a:r>
            <a:endParaRPr b="1"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t/>
            </a:r>
            <a:endParaRPr b="1"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rPr b="1" lang="en-US" sz="1500">
                <a:solidFill>
                  <a:schemeClr val="dk1"/>
                </a:solidFill>
                <a:latin typeface="Albert Sans"/>
                <a:ea typeface="Albert Sans"/>
                <a:cs typeface="Albert Sans"/>
                <a:sym typeface="Albert Sans"/>
              </a:rPr>
              <a:t>Why this dataset?</a:t>
            </a:r>
            <a:endParaRPr b="1"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rPr lang="en-US" sz="1500">
                <a:solidFill>
                  <a:schemeClr val="dk1"/>
                </a:solidFill>
                <a:latin typeface="Albert Sans"/>
                <a:ea typeface="Albert Sans"/>
                <a:cs typeface="Albert Sans"/>
                <a:sym typeface="Albert Sans"/>
              </a:rPr>
              <a:t>• Large corpus of real-world news coverage</a:t>
            </a:r>
            <a:br>
              <a:rPr lang="en-US" sz="1500">
                <a:solidFill>
                  <a:schemeClr val="dk1"/>
                </a:solidFill>
                <a:latin typeface="Albert Sans"/>
                <a:ea typeface="Albert Sans"/>
                <a:cs typeface="Albert Sans"/>
                <a:sym typeface="Albert Sans"/>
              </a:rPr>
            </a:br>
            <a:r>
              <a:rPr lang="en-US" sz="1500">
                <a:solidFill>
                  <a:schemeClr val="dk1"/>
                </a:solidFill>
                <a:latin typeface="Albert Sans"/>
                <a:ea typeface="Albert Sans"/>
                <a:cs typeface="Albert Sans"/>
                <a:sym typeface="Albert Sans"/>
              </a:rPr>
              <a:t> • Captures how AI developments are discussed across industries and companies</a:t>
            </a:r>
            <a:endParaRPr sz="15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SzPts val="1100"/>
              <a:buNone/>
            </a:pPr>
            <a:r>
              <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SzPts val="1100"/>
              <a:buNone/>
            </a:pPr>
            <a:r>
              <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b="1" sz="1200">
              <a:solidFill>
                <a:schemeClr val="dk1"/>
              </a:solidFill>
              <a:latin typeface="Albert Sans"/>
              <a:ea typeface="Albert Sans"/>
              <a:cs typeface="Albert Sans"/>
              <a:sym typeface="Albert Sans"/>
            </a:endParaRPr>
          </a:p>
          <a:p>
            <a:pPr indent="-76200" lvl="0" marL="228600" rtl="0" algn="l">
              <a:lnSpc>
                <a:spcPct val="90000"/>
              </a:lnSpc>
              <a:spcBef>
                <a:spcPts val="1200"/>
              </a:spcBef>
              <a:spcAft>
                <a:spcPts val="0"/>
              </a:spcAft>
              <a:buSzPts val="2400"/>
              <a:buNone/>
            </a:pPr>
            <a:r>
              <a:t/>
            </a:r>
            <a:endParaRPr sz="1200">
              <a:latin typeface="Albert Sans"/>
              <a:ea typeface="Albert Sans"/>
              <a:cs typeface="Albert Sans"/>
              <a:sym typeface="Albert Sans"/>
            </a:endParaRPr>
          </a:p>
        </p:txBody>
      </p:sp>
      <p:sp>
        <p:nvSpPr>
          <p:cNvPr id="270" name="Google Shape;270;p30"/>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71" name="Google Shape;271;p30"/>
          <p:cNvGraphicFramePr/>
          <p:nvPr/>
        </p:nvGraphicFramePr>
        <p:xfrm>
          <a:off x="914400" y="3599400"/>
          <a:ext cx="3000000" cy="3000000"/>
        </p:xfrm>
        <a:graphic>
          <a:graphicData uri="http://schemas.openxmlformats.org/drawingml/2006/table">
            <a:tbl>
              <a:tblPr>
                <a:noFill/>
                <a:tableStyleId>{B911A2B6-1278-4CAD-92BA-2E79AE645D98}</a:tableStyleId>
              </a:tblPr>
              <a:tblGrid>
                <a:gridCol w="1765025"/>
                <a:gridCol w="2920075"/>
              </a:tblGrid>
              <a:tr h="381000">
                <a:tc>
                  <a:txBody>
                    <a:bodyPr/>
                    <a:lstStyle/>
                    <a:p>
                      <a:pPr indent="0" lvl="0" marL="0" rtl="0" algn="l">
                        <a:spcBef>
                          <a:spcPts val="0"/>
                        </a:spcBef>
                        <a:spcAft>
                          <a:spcPts val="0"/>
                        </a:spcAft>
                        <a:buNone/>
                      </a:pPr>
                      <a:r>
                        <a:rPr b="1" lang="en-US" sz="1500">
                          <a:latin typeface="Albert Sans"/>
                          <a:ea typeface="Albert Sans"/>
                          <a:cs typeface="Albert Sans"/>
                          <a:sym typeface="Albert Sans"/>
                        </a:rPr>
                        <a:t>Column</a:t>
                      </a:r>
                      <a:endParaRPr b="1" sz="1500">
                        <a:latin typeface="Albert Sans"/>
                        <a:ea typeface="Albert Sans"/>
                        <a:cs typeface="Albert Sans"/>
                        <a:sym typeface="Albert Sans"/>
                      </a:endParaRPr>
                    </a:p>
                  </a:txBody>
                  <a:tcPr marT="91425" marB="91425" marR="91425" marL="91425"/>
                </a:tc>
                <a:tc>
                  <a:txBody>
                    <a:bodyPr/>
                    <a:lstStyle/>
                    <a:p>
                      <a:pPr indent="0" lvl="0" marL="0" rtl="0" algn="l">
                        <a:spcBef>
                          <a:spcPts val="0"/>
                        </a:spcBef>
                        <a:spcAft>
                          <a:spcPts val="0"/>
                        </a:spcAft>
                        <a:buNone/>
                      </a:pPr>
                      <a:r>
                        <a:rPr b="1" lang="en-US" sz="1500">
                          <a:latin typeface="Albert Sans"/>
                          <a:ea typeface="Albert Sans"/>
                          <a:cs typeface="Albert Sans"/>
                          <a:sym typeface="Albert Sans"/>
                        </a:rPr>
                        <a:t>Description</a:t>
                      </a:r>
                      <a:endParaRPr b="1" sz="1500">
                        <a:latin typeface="Albert Sans"/>
                        <a:ea typeface="Albert Sans"/>
                        <a:cs typeface="Albert Sans"/>
                        <a:sym typeface="Albert Sans"/>
                      </a:endParaRPr>
                    </a:p>
                  </a:txBody>
                  <a:tcPr marT="91425" marB="91425" marR="91425" marL="91425"/>
                </a:tc>
              </a:tr>
              <a:tr h="381000">
                <a:tc>
                  <a:txBody>
                    <a:bodyPr/>
                    <a:lstStyle/>
                    <a:p>
                      <a:pPr indent="0" lvl="0" marL="0" rtl="0" algn="l">
                        <a:spcBef>
                          <a:spcPts val="0"/>
                        </a:spcBef>
                        <a:spcAft>
                          <a:spcPts val="0"/>
                        </a:spcAft>
                        <a:buNone/>
                      </a:pPr>
                      <a:r>
                        <a:rPr lang="en-US" sz="1500">
                          <a:latin typeface="Albert Sans"/>
                          <a:ea typeface="Albert Sans"/>
                          <a:cs typeface="Albert Sans"/>
                          <a:sym typeface="Albert Sans"/>
                        </a:rPr>
                        <a:t>Text</a:t>
                      </a:r>
                      <a:endParaRPr sz="1500">
                        <a:latin typeface="Albert Sans"/>
                        <a:ea typeface="Albert Sans"/>
                        <a:cs typeface="Albert Sans"/>
                        <a:sym typeface="Albert Sans"/>
                      </a:endParaRPr>
                    </a:p>
                  </a:txBody>
                  <a:tcPr marT="91425" marB="91425" marR="91425" marL="91425"/>
                </a:tc>
                <a:tc>
                  <a:txBody>
                    <a:bodyPr/>
                    <a:lstStyle/>
                    <a:p>
                      <a:pPr indent="0" lvl="0" marL="0" rtl="0" algn="l">
                        <a:spcBef>
                          <a:spcPts val="0"/>
                        </a:spcBef>
                        <a:spcAft>
                          <a:spcPts val="0"/>
                        </a:spcAft>
                        <a:buNone/>
                      </a:pPr>
                      <a:r>
                        <a:rPr lang="en-US" sz="1500">
                          <a:latin typeface="Albert Sans"/>
                          <a:ea typeface="Albert Sans"/>
                          <a:cs typeface="Albert Sans"/>
                          <a:sym typeface="Albert Sans"/>
                        </a:rPr>
                        <a:t>Full article  content</a:t>
                      </a:r>
                      <a:endParaRPr sz="1500">
                        <a:latin typeface="Albert Sans"/>
                        <a:ea typeface="Albert Sans"/>
                        <a:cs typeface="Albert Sans"/>
                        <a:sym typeface="Albert Sans"/>
                      </a:endParaRPr>
                    </a:p>
                  </a:txBody>
                  <a:tcPr marT="91425" marB="91425" marR="91425" marL="91425"/>
                </a:tc>
              </a:tr>
              <a:tr h="381000">
                <a:tc>
                  <a:txBody>
                    <a:bodyPr/>
                    <a:lstStyle/>
                    <a:p>
                      <a:pPr indent="0" lvl="0" marL="0" rtl="0" algn="l">
                        <a:spcBef>
                          <a:spcPts val="0"/>
                        </a:spcBef>
                        <a:spcAft>
                          <a:spcPts val="0"/>
                        </a:spcAft>
                        <a:buNone/>
                      </a:pPr>
                      <a:r>
                        <a:rPr lang="en-US" sz="1500">
                          <a:latin typeface="Albert Sans"/>
                          <a:ea typeface="Albert Sans"/>
                          <a:cs typeface="Albert Sans"/>
                          <a:sym typeface="Albert Sans"/>
                        </a:rPr>
                        <a:t>Date</a:t>
                      </a:r>
                      <a:endParaRPr sz="1500">
                        <a:latin typeface="Albert Sans"/>
                        <a:ea typeface="Albert Sans"/>
                        <a:cs typeface="Albert Sans"/>
                        <a:sym typeface="Albert Sans"/>
                      </a:endParaRPr>
                    </a:p>
                  </a:txBody>
                  <a:tcPr marT="91425" marB="91425" marR="91425" marL="91425"/>
                </a:tc>
                <a:tc>
                  <a:txBody>
                    <a:bodyPr/>
                    <a:lstStyle/>
                    <a:p>
                      <a:pPr indent="0" lvl="0" marL="0" rtl="0" algn="l">
                        <a:spcBef>
                          <a:spcPts val="0"/>
                        </a:spcBef>
                        <a:spcAft>
                          <a:spcPts val="0"/>
                        </a:spcAft>
                        <a:buNone/>
                      </a:pPr>
                      <a:r>
                        <a:rPr lang="en-US" sz="1500">
                          <a:latin typeface="Albert Sans"/>
                          <a:ea typeface="Albert Sans"/>
                          <a:cs typeface="Albert Sans"/>
                          <a:sym typeface="Albert Sans"/>
                        </a:rPr>
                        <a:t>Publication date </a:t>
                      </a:r>
                      <a:endParaRPr sz="1500">
                        <a:latin typeface="Albert Sans"/>
                        <a:ea typeface="Albert Sans"/>
                        <a:cs typeface="Albert Sans"/>
                        <a:sym typeface="Albert Sans"/>
                      </a:endParaRPr>
                    </a:p>
                  </a:txBody>
                  <a:tcPr marT="91425" marB="91425" marR="91425" marL="91425"/>
                </a:tc>
              </a:tr>
              <a:tr h="381000">
                <a:tc>
                  <a:txBody>
                    <a:bodyPr/>
                    <a:lstStyle/>
                    <a:p>
                      <a:pPr indent="0" lvl="0" marL="0" rtl="0" algn="l">
                        <a:spcBef>
                          <a:spcPts val="0"/>
                        </a:spcBef>
                        <a:spcAft>
                          <a:spcPts val="0"/>
                        </a:spcAft>
                        <a:buNone/>
                      </a:pPr>
                      <a:r>
                        <a:rPr lang="en-US" sz="1500">
                          <a:latin typeface="Albert Sans"/>
                          <a:ea typeface="Albert Sans"/>
                          <a:cs typeface="Albert Sans"/>
                          <a:sym typeface="Albert Sans"/>
                        </a:rPr>
                        <a:t>Language </a:t>
                      </a:r>
                      <a:endParaRPr sz="1500">
                        <a:latin typeface="Albert Sans"/>
                        <a:ea typeface="Albert Sans"/>
                        <a:cs typeface="Albert Sans"/>
                        <a:sym typeface="Albert Sans"/>
                      </a:endParaRPr>
                    </a:p>
                  </a:txBody>
                  <a:tcPr marT="91425" marB="91425" marR="91425" marL="91425"/>
                </a:tc>
                <a:tc>
                  <a:txBody>
                    <a:bodyPr/>
                    <a:lstStyle/>
                    <a:p>
                      <a:pPr indent="0" lvl="0" marL="0" rtl="0" algn="l">
                        <a:spcBef>
                          <a:spcPts val="0"/>
                        </a:spcBef>
                        <a:spcAft>
                          <a:spcPts val="0"/>
                        </a:spcAft>
                        <a:buNone/>
                      </a:pPr>
                      <a:r>
                        <a:rPr lang="en-US" sz="1500">
                          <a:latin typeface="Albert Sans"/>
                          <a:ea typeface="Albert Sans"/>
                          <a:cs typeface="Albert Sans"/>
                          <a:sym typeface="Albert Sans"/>
                        </a:rPr>
                        <a:t>Article Language</a:t>
                      </a:r>
                      <a:endParaRPr sz="1500">
                        <a:latin typeface="Albert Sans"/>
                        <a:ea typeface="Albert Sans"/>
                        <a:cs typeface="Albert Sans"/>
                        <a:sym typeface="Albert Sans"/>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1"/>
          <p:cNvSpPr txBox="1"/>
          <p:nvPr>
            <p:ph type="title"/>
          </p:nvPr>
        </p:nvSpPr>
        <p:spPr>
          <a:xfrm>
            <a:off x="839788" y="3"/>
            <a:ext cx="10515600" cy="1325563"/>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Article Cleaning &amp; Filtering</a:t>
            </a:r>
            <a:endParaRPr/>
          </a:p>
        </p:txBody>
      </p:sp>
      <p:sp>
        <p:nvSpPr>
          <p:cNvPr id="277" name="Google Shape;277;p31"/>
          <p:cNvSpPr txBox="1"/>
          <p:nvPr>
            <p:ph idx="2" type="body"/>
          </p:nvPr>
        </p:nvSpPr>
        <p:spPr>
          <a:xfrm>
            <a:off x="219475" y="1503375"/>
            <a:ext cx="10583100" cy="1325700"/>
          </a:xfrm>
          <a:prstGeom prst="rect">
            <a:avLst/>
          </a:prstGeom>
          <a:noFill/>
          <a:ln>
            <a:noFill/>
          </a:ln>
        </p:spPr>
        <p:txBody>
          <a:bodyPr anchorCtr="0" anchor="t" bIns="45700" lIns="0" spcFirstLastPara="1" rIns="0"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latin typeface="Arial"/>
                <a:ea typeface="Arial"/>
                <a:cs typeface="Arial"/>
                <a:sym typeface="Arial"/>
              </a:rPr>
              <a:t>1. Duplicate Removal</a:t>
            </a:r>
            <a:endParaRPr b="1" sz="1600">
              <a:solidFill>
                <a:schemeClr val="dk1"/>
              </a:solidFill>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solidFill>
                  <a:schemeClr val="dk1"/>
                </a:solidFill>
                <a:latin typeface="Arial"/>
                <a:ea typeface="Arial"/>
                <a:cs typeface="Arial"/>
                <a:sym typeface="Arial"/>
              </a:rPr>
              <a:t>Removed duplicate articles based on the</a:t>
            </a:r>
            <a:endParaRPr sz="14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lang="en-US" sz="1400">
                <a:solidFill>
                  <a:schemeClr val="dk1"/>
                </a:solidFill>
                <a:latin typeface="Arial"/>
                <a:ea typeface="Arial"/>
                <a:cs typeface="Arial"/>
                <a:sym typeface="Arial"/>
              </a:rPr>
              <a:t> </a:t>
            </a:r>
            <a:r>
              <a:rPr lang="en-US" sz="1400">
                <a:solidFill>
                  <a:srgbClr val="188038"/>
                </a:solidFill>
                <a:latin typeface="Roboto Mono"/>
                <a:ea typeface="Roboto Mono"/>
                <a:cs typeface="Roboto Mono"/>
                <a:sym typeface="Roboto Mono"/>
              </a:rPr>
              <a:t>text</a:t>
            </a:r>
            <a:r>
              <a:rPr lang="en-US" sz="1400">
                <a:solidFill>
                  <a:schemeClr val="dk1"/>
                </a:solidFill>
                <a:latin typeface="Arial"/>
                <a:ea typeface="Arial"/>
                <a:cs typeface="Arial"/>
                <a:sym typeface="Arial"/>
              </a:rPr>
              <a:t> column. Prevents repeated articles from biasing the analysis</a:t>
            </a:r>
            <a:endParaRPr sz="14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500">
                <a:solidFill>
                  <a:schemeClr val="dk1"/>
                </a:solidFill>
                <a:latin typeface="Arial"/>
                <a:ea typeface="Arial"/>
                <a:cs typeface="Arial"/>
                <a:sym typeface="Arial"/>
              </a:rPr>
              <a:t>2. Article Length Filtering</a:t>
            </a:r>
            <a:endParaRPr b="1" sz="1500">
              <a:solidFill>
                <a:schemeClr val="dk1"/>
              </a:solidFill>
              <a:latin typeface="Arial"/>
              <a:ea typeface="Arial"/>
              <a:cs typeface="Arial"/>
              <a:sym typeface="Arial"/>
            </a:endParaRPr>
          </a:p>
          <a:p>
            <a:pPr indent="-317500" lvl="0" marL="457200" rtl="0" algn="l">
              <a:lnSpc>
                <a:spcPct val="115000"/>
              </a:lnSpc>
              <a:spcBef>
                <a:spcPts val="1200"/>
              </a:spcBef>
              <a:spcAft>
                <a:spcPts val="0"/>
              </a:spcAft>
              <a:buClr>
                <a:schemeClr val="accent1"/>
              </a:buClr>
              <a:buSzPts val="1400"/>
              <a:buFont typeface="Arial"/>
              <a:buChar char="➔"/>
            </a:pPr>
            <a:r>
              <a:rPr lang="en-US" sz="1400">
                <a:solidFill>
                  <a:schemeClr val="dk1"/>
                </a:solidFill>
                <a:latin typeface="Arial"/>
                <a:ea typeface="Arial"/>
                <a:cs typeface="Arial"/>
                <a:sym typeface="Arial"/>
              </a:rPr>
              <a:t>Created column:</a:t>
            </a:r>
            <a:endParaRPr sz="1400">
              <a:solidFill>
                <a:schemeClr val="dk1"/>
              </a:solidFill>
              <a:latin typeface="Arial"/>
              <a:ea typeface="Arial"/>
              <a:cs typeface="Arial"/>
              <a:sym typeface="Arial"/>
            </a:endParaRPr>
          </a:p>
          <a:p>
            <a:pPr indent="0" lvl="0" marL="457200" rtl="0" algn="l">
              <a:lnSpc>
                <a:spcPct val="115000"/>
              </a:lnSpc>
              <a:spcBef>
                <a:spcPts val="1200"/>
              </a:spcBef>
              <a:spcAft>
                <a:spcPts val="0"/>
              </a:spcAft>
              <a:buNone/>
            </a:pPr>
            <a:r>
              <a:rPr lang="en-US" sz="1400">
                <a:solidFill>
                  <a:srgbClr val="188038"/>
                </a:solidFill>
                <a:latin typeface="Roboto Mono"/>
                <a:ea typeface="Roboto Mono"/>
                <a:cs typeface="Roboto Mono"/>
                <a:sym typeface="Roboto Mono"/>
              </a:rPr>
              <a:t>text_length = length of article text</a:t>
            </a:r>
            <a:endParaRPr sz="1400">
              <a:solidFill>
                <a:srgbClr val="188038"/>
              </a:solidFill>
              <a:latin typeface="Roboto Mono"/>
              <a:ea typeface="Roboto Mono"/>
              <a:cs typeface="Roboto Mono"/>
              <a:sym typeface="Roboto Mono"/>
            </a:endParaRPr>
          </a:p>
          <a:p>
            <a:pPr indent="-317500" lvl="0" marL="457200" rtl="0" algn="l">
              <a:lnSpc>
                <a:spcPct val="115000"/>
              </a:lnSpc>
              <a:spcBef>
                <a:spcPts val="1200"/>
              </a:spcBef>
              <a:spcAft>
                <a:spcPts val="0"/>
              </a:spcAft>
              <a:buClr>
                <a:schemeClr val="accent1"/>
              </a:buClr>
              <a:buSzPts val="1400"/>
              <a:buFont typeface="Arial"/>
              <a:buChar char="➔"/>
            </a:pPr>
            <a:r>
              <a:rPr lang="en-US" sz="1400">
                <a:solidFill>
                  <a:schemeClr val="dk1"/>
                </a:solidFill>
                <a:latin typeface="Arial"/>
                <a:ea typeface="Arial"/>
                <a:cs typeface="Arial"/>
                <a:sym typeface="Arial"/>
              </a:rPr>
              <a:t>Filtered articles to remove:</a:t>
            </a:r>
            <a:endParaRPr sz="14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solidFill>
                  <a:schemeClr val="dk1"/>
                </a:solidFill>
                <a:latin typeface="Arial"/>
                <a:ea typeface="Arial"/>
                <a:cs typeface="Arial"/>
                <a:sym typeface="Arial"/>
              </a:rPr>
              <a:t>• very short articles (low information)</a:t>
            </a:r>
            <a:br>
              <a:rPr lang="en-US" sz="1400">
                <a:solidFill>
                  <a:schemeClr val="dk1"/>
                </a:solidFill>
                <a:latin typeface="Arial"/>
                <a:ea typeface="Arial"/>
                <a:cs typeface="Arial"/>
                <a:sym typeface="Arial"/>
              </a:rPr>
            </a:br>
            <a:r>
              <a:rPr lang="en-US" sz="1400">
                <a:solidFill>
                  <a:schemeClr val="dk1"/>
                </a:solidFill>
                <a:latin typeface="Arial"/>
                <a:ea typeface="Arial"/>
                <a:cs typeface="Arial"/>
                <a:sym typeface="Arial"/>
              </a:rPr>
              <a:t> • extremely long articles (possible noise)</a:t>
            </a:r>
            <a:endParaRPr sz="1400">
              <a:solidFill>
                <a:schemeClr val="dk1"/>
              </a:solidFill>
              <a:latin typeface="Arial"/>
              <a:ea typeface="Arial"/>
              <a:cs typeface="Arial"/>
              <a:sym typeface="Arial"/>
            </a:endParaRPr>
          </a:p>
          <a:p>
            <a:pPr indent="0" lvl="0" marL="0" rtl="0" algn="l">
              <a:lnSpc>
                <a:spcPct val="115000"/>
              </a:lnSpc>
              <a:spcBef>
                <a:spcPts val="1200"/>
              </a:spcBef>
              <a:spcAft>
                <a:spcPts val="0"/>
              </a:spcAft>
              <a:buSzPts val="1100"/>
              <a:buNone/>
            </a:pPr>
            <a:r>
              <a:rPr b="1" lang="en-US" sz="1500">
                <a:solidFill>
                  <a:schemeClr val="dk1"/>
                </a:solidFill>
                <a:latin typeface="Arial"/>
                <a:ea typeface="Arial"/>
                <a:cs typeface="Arial"/>
                <a:sym typeface="Arial"/>
              </a:rPr>
              <a:t>3</a:t>
            </a:r>
            <a:r>
              <a:rPr b="1" lang="en-US" sz="1600">
                <a:solidFill>
                  <a:schemeClr val="dk1"/>
                </a:solidFill>
                <a:latin typeface="Arial"/>
                <a:ea typeface="Arial"/>
                <a:cs typeface="Arial"/>
                <a:sym typeface="Arial"/>
              </a:rPr>
              <a:t>.</a:t>
            </a:r>
            <a:r>
              <a:rPr b="1" lang="en-US" sz="1500">
                <a:solidFill>
                  <a:schemeClr val="dk1"/>
                </a:solidFill>
                <a:latin typeface="Arial"/>
                <a:ea typeface="Arial"/>
                <a:cs typeface="Arial"/>
                <a:sym typeface="Arial"/>
              </a:rPr>
              <a:t> Relevance Filtering</a:t>
            </a:r>
            <a:endParaRPr b="1" sz="1500">
              <a:solidFill>
                <a:schemeClr val="dk1"/>
              </a:solidFill>
              <a:latin typeface="Arial"/>
              <a:ea typeface="Arial"/>
              <a:cs typeface="Arial"/>
              <a:sym typeface="Arial"/>
            </a:endParaRPr>
          </a:p>
          <a:p>
            <a:pPr indent="-317500" lvl="0" marL="457200" rtl="0" algn="l">
              <a:lnSpc>
                <a:spcPct val="115000"/>
              </a:lnSpc>
              <a:spcBef>
                <a:spcPts val="1200"/>
              </a:spcBef>
              <a:spcAft>
                <a:spcPts val="0"/>
              </a:spcAft>
              <a:buClr>
                <a:schemeClr val="accent1"/>
              </a:buClr>
              <a:buSzPts val="1400"/>
              <a:buFont typeface="Arial"/>
              <a:buChar char="➔"/>
            </a:pPr>
            <a:r>
              <a:rPr lang="en-US" sz="1400">
                <a:solidFill>
                  <a:schemeClr val="dk1"/>
                </a:solidFill>
                <a:latin typeface="Arial"/>
                <a:ea typeface="Arial"/>
                <a:cs typeface="Arial"/>
                <a:sym typeface="Arial"/>
              </a:rPr>
              <a:t>Created a relevance score:</a:t>
            </a:r>
            <a:endParaRPr sz="1400">
              <a:solidFill>
                <a:schemeClr val="dk1"/>
              </a:solidFill>
              <a:latin typeface="Arial"/>
              <a:ea typeface="Arial"/>
              <a:cs typeface="Arial"/>
              <a:sym typeface="Arial"/>
            </a:endParaRPr>
          </a:p>
          <a:p>
            <a:pPr indent="0" lvl="0" marL="457200" rtl="0" algn="l">
              <a:lnSpc>
                <a:spcPct val="115000"/>
              </a:lnSpc>
              <a:spcBef>
                <a:spcPts val="1200"/>
              </a:spcBef>
              <a:spcAft>
                <a:spcPts val="0"/>
              </a:spcAft>
              <a:buNone/>
            </a:pPr>
            <a:r>
              <a:rPr lang="en-US" sz="1400">
                <a:solidFill>
                  <a:srgbClr val="188038"/>
                </a:solidFill>
                <a:latin typeface="Roboto Mono"/>
                <a:ea typeface="Roboto Mono"/>
                <a:cs typeface="Roboto Mono"/>
                <a:sym typeface="Roboto Mono"/>
              </a:rPr>
              <a:t>rel_score</a:t>
            </a:r>
            <a:endParaRPr sz="14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76200" lvl="0" marL="228600" rtl="0" algn="l">
              <a:lnSpc>
                <a:spcPct val="90000"/>
              </a:lnSpc>
              <a:spcBef>
                <a:spcPts val="1000"/>
              </a:spcBef>
              <a:spcAft>
                <a:spcPts val="0"/>
              </a:spcAft>
              <a:buSzPts val="2400"/>
              <a:buNone/>
            </a:pPr>
            <a:r>
              <a:t/>
            </a:r>
            <a:endParaRPr sz="2600"/>
          </a:p>
        </p:txBody>
      </p:sp>
      <p:sp>
        <p:nvSpPr>
          <p:cNvPr id="278" name="Google Shape;278;p31"/>
          <p:cNvSpPr txBox="1"/>
          <p:nvPr>
            <p:ph idx="4" type="body"/>
          </p:nvPr>
        </p:nvSpPr>
        <p:spPr>
          <a:xfrm>
            <a:off x="3074300" y="4976475"/>
            <a:ext cx="8666700" cy="934500"/>
          </a:xfrm>
          <a:prstGeom prst="rect">
            <a:avLst/>
          </a:prstGeom>
          <a:noFill/>
          <a:ln>
            <a:noFill/>
          </a:ln>
        </p:spPr>
        <p:txBody>
          <a:bodyPr anchorCtr="0" anchor="t" bIns="45700" lIns="0" spcFirstLastPara="1" rIns="0"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latin typeface="Arial"/>
                <a:ea typeface="Arial"/>
                <a:cs typeface="Arial"/>
                <a:sym typeface="Arial"/>
              </a:rPr>
              <a:t>Based on presence of:</a:t>
            </a:r>
            <a:endParaRPr sz="13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latin typeface="Arial"/>
                <a:ea typeface="Arial"/>
                <a:cs typeface="Arial"/>
                <a:sym typeface="Arial"/>
              </a:rPr>
              <a:t>• AI-related keywords</a:t>
            </a:r>
            <a:br>
              <a:rPr lang="en-US" sz="1300">
                <a:solidFill>
                  <a:schemeClr val="dk1"/>
                </a:solidFill>
                <a:latin typeface="Arial"/>
                <a:ea typeface="Arial"/>
                <a:cs typeface="Arial"/>
                <a:sym typeface="Arial"/>
              </a:rPr>
            </a:br>
            <a:r>
              <a:rPr lang="en-US" sz="1300">
                <a:solidFill>
                  <a:schemeClr val="dk1"/>
                </a:solidFill>
                <a:latin typeface="Arial"/>
                <a:ea typeface="Arial"/>
                <a:cs typeface="Arial"/>
                <a:sym typeface="Arial"/>
              </a:rPr>
              <a:t> • impact-related keywords</a:t>
            </a:r>
            <a:endParaRPr sz="13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latin typeface="Arial"/>
                <a:ea typeface="Arial"/>
                <a:cs typeface="Arial"/>
                <a:sym typeface="Arial"/>
              </a:rPr>
              <a:t>Filtering rule :</a:t>
            </a:r>
            <a:r>
              <a:rPr lang="en-US" sz="1300">
                <a:solidFill>
                  <a:srgbClr val="188038"/>
                </a:solidFill>
                <a:latin typeface="Roboto Mono"/>
                <a:ea typeface="Roboto Mono"/>
                <a:cs typeface="Roboto Mono"/>
                <a:sym typeface="Roboto Mono"/>
              </a:rPr>
              <a:t>rel_score ≥ 3. </a:t>
            </a:r>
            <a:r>
              <a:rPr lang="en-US" sz="1300">
                <a:solidFill>
                  <a:schemeClr val="dk1"/>
                </a:solidFill>
                <a:latin typeface="Arial"/>
                <a:ea typeface="Arial"/>
                <a:cs typeface="Arial"/>
                <a:sym typeface="Arial"/>
              </a:rPr>
              <a:t>This keeps articles discussing </a:t>
            </a:r>
            <a:r>
              <a:rPr b="1" lang="en-US" sz="1300">
                <a:solidFill>
                  <a:schemeClr val="dk1"/>
                </a:solidFill>
                <a:latin typeface="Arial"/>
                <a:ea typeface="Arial"/>
                <a:cs typeface="Arial"/>
                <a:sym typeface="Arial"/>
              </a:rPr>
              <a:t>AI impact on industries and companies</a:t>
            </a:r>
            <a:r>
              <a:rPr lang="en-US" sz="1300">
                <a:solidFill>
                  <a:schemeClr val="dk1"/>
                </a:solidFill>
                <a:latin typeface="Arial"/>
                <a:ea typeface="Arial"/>
                <a:cs typeface="Arial"/>
                <a:sym typeface="Arial"/>
              </a:rPr>
              <a:t>.</a:t>
            </a:r>
            <a:endParaRPr sz="1300">
              <a:solidFill>
                <a:schemeClr val="dk1"/>
              </a:solidFill>
              <a:latin typeface="Arial"/>
              <a:ea typeface="Arial"/>
              <a:cs typeface="Arial"/>
              <a:sym typeface="Arial"/>
            </a:endParaRPr>
          </a:p>
          <a:p>
            <a:pPr indent="-76200" lvl="0" marL="228600" rtl="0" algn="l">
              <a:spcBef>
                <a:spcPts val="1200"/>
              </a:spcBef>
              <a:spcAft>
                <a:spcPts val="0"/>
              </a:spcAft>
              <a:buClr>
                <a:schemeClr val="dk1"/>
              </a:buClr>
              <a:buSzPts val="2400"/>
              <a:buFont typeface="Arial"/>
              <a:buNone/>
            </a:pPr>
            <a:r>
              <a:t/>
            </a:r>
            <a:endParaRPr sz="2600"/>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76200" lvl="0" marL="228600" rtl="0" algn="l">
              <a:lnSpc>
                <a:spcPct val="90000"/>
              </a:lnSpc>
              <a:spcBef>
                <a:spcPts val="1200"/>
              </a:spcBef>
              <a:spcAft>
                <a:spcPts val="0"/>
              </a:spcAft>
              <a:buSzPts val="2400"/>
              <a:buNone/>
            </a:pPr>
            <a:r>
              <a:t/>
            </a:r>
            <a:endParaRPr/>
          </a:p>
        </p:txBody>
      </p:sp>
      <p:sp>
        <p:nvSpPr>
          <p:cNvPr id="279" name="Google Shape;279;p31"/>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0" name="Google Shape;280;p31"/>
          <p:cNvSpPr txBox="1"/>
          <p:nvPr/>
        </p:nvSpPr>
        <p:spPr>
          <a:xfrm>
            <a:off x="6110125" y="3615250"/>
            <a:ext cx="5245200" cy="242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pic>
        <p:nvPicPr>
          <p:cNvPr id="281" name="Google Shape;281;p31"/>
          <p:cNvPicPr preferRelativeResize="0"/>
          <p:nvPr/>
        </p:nvPicPr>
        <p:blipFill>
          <a:blip r:embed="rId3">
            <a:alphaModFix/>
          </a:blip>
          <a:stretch>
            <a:fillRect/>
          </a:stretch>
        </p:blipFill>
        <p:spPr>
          <a:xfrm>
            <a:off x="6577650" y="1748388"/>
            <a:ext cx="4534039" cy="2805266"/>
          </a:xfrm>
          <a:prstGeom prst="rect">
            <a:avLst/>
          </a:prstGeom>
          <a:noFill/>
          <a:ln>
            <a:noFill/>
          </a:ln>
        </p:spPr>
      </p:pic>
      <p:sp>
        <p:nvSpPr>
          <p:cNvPr id="282" name="Google Shape;282;p31"/>
          <p:cNvSpPr txBox="1"/>
          <p:nvPr/>
        </p:nvSpPr>
        <p:spPr>
          <a:xfrm>
            <a:off x="147275" y="3006875"/>
            <a:ext cx="4360200" cy="169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Text Preprocessing</a:t>
            </a:r>
            <a:endParaRPr/>
          </a:p>
        </p:txBody>
      </p:sp>
      <p:sp>
        <p:nvSpPr>
          <p:cNvPr id="288" name="Google Shape;288;p32"/>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9" name="Google Shape;289;p32"/>
          <p:cNvSpPr txBox="1"/>
          <p:nvPr/>
        </p:nvSpPr>
        <p:spPr>
          <a:xfrm>
            <a:off x="448375" y="1507325"/>
            <a:ext cx="110472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Albert Sans"/>
                <a:ea typeface="Albert Sans"/>
                <a:cs typeface="Albert Sans"/>
                <a:sym typeface="Albert Sans"/>
              </a:rPr>
              <a:t>Before applying NLP models, the article text was standardized. Create column: </a:t>
            </a:r>
            <a:r>
              <a:rPr lang="en-US" sz="1600">
                <a:solidFill>
                  <a:schemeClr val="dk1"/>
                </a:solidFill>
                <a:latin typeface="Roboto Mono"/>
                <a:ea typeface="Roboto Mono"/>
                <a:cs typeface="Roboto Mono"/>
                <a:sym typeface="Roboto Mono"/>
              </a:rPr>
              <a:t>clean_text</a:t>
            </a:r>
            <a:endParaRPr sz="29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290" name="Google Shape;290;p32"/>
          <p:cNvSpPr txBox="1"/>
          <p:nvPr/>
        </p:nvSpPr>
        <p:spPr>
          <a:xfrm>
            <a:off x="448375" y="2182975"/>
            <a:ext cx="6078300" cy="156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latin typeface="Albert Sans"/>
                <a:ea typeface="Albert Sans"/>
                <a:cs typeface="Albert Sans"/>
                <a:sym typeface="Albert Sans"/>
              </a:rPr>
              <a:t>Processing steps:</a:t>
            </a:r>
            <a:endParaRPr b="1" sz="1700">
              <a:solidFill>
                <a:schemeClr val="dk1"/>
              </a:solidFill>
              <a:latin typeface="Albert Sans"/>
              <a:ea typeface="Albert Sans"/>
              <a:cs typeface="Albert Sans"/>
              <a:sym typeface="Albert Sans"/>
            </a:endParaRPr>
          </a:p>
          <a:p>
            <a:pPr indent="-336550" lvl="0" marL="457200" rtl="0" algn="l">
              <a:lnSpc>
                <a:spcPct val="115000"/>
              </a:lnSpc>
              <a:spcBef>
                <a:spcPts val="1200"/>
              </a:spcBef>
              <a:spcAft>
                <a:spcPts val="0"/>
              </a:spcAft>
              <a:buClr>
                <a:schemeClr val="dk1"/>
              </a:buClr>
              <a:buSzPts val="1700"/>
              <a:buFont typeface="Albert Sans"/>
              <a:buChar char="●"/>
            </a:pPr>
            <a:r>
              <a:rPr lang="en-US" sz="1700">
                <a:solidFill>
                  <a:schemeClr val="dk1"/>
                </a:solidFill>
                <a:latin typeface="Albert Sans"/>
                <a:ea typeface="Albert Sans"/>
                <a:cs typeface="Albert Sans"/>
                <a:sym typeface="Albert Sans"/>
              </a:rPr>
              <a:t>Convert text to lowercase</a:t>
            </a:r>
            <a:endParaRPr sz="1700">
              <a:solidFill>
                <a:schemeClr val="dk1"/>
              </a:solidFill>
              <a:latin typeface="Albert Sans"/>
              <a:ea typeface="Albert Sans"/>
              <a:cs typeface="Albert Sans"/>
              <a:sym typeface="Albert Sans"/>
            </a:endParaRPr>
          </a:p>
          <a:p>
            <a:pPr indent="-336550" lvl="0" marL="457200" rtl="0" algn="l">
              <a:lnSpc>
                <a:spcPct val="115000"/>
              </a:lnSpc>
              <a:spcBef>
                <a:spcPts val="0"/>
              </a:spcBef>
              <a:spcAft>
                <a:spcPts val="0"/>
              </a:spcAft>
              <a:buClr>
                <a:schemeClr val="dk1"/>
              </a:buClr>
              <a:buSzPts val="1700"/>
              <a:buFont typeface="Albert Sans"/>
              <a:buChar char="●"/>
            </a:pPr>
            <a:r>
              <a:rPr lang="en-US" sz="1700">
                <a:solidFill>
                  <a:schemeClr val="dk1"/>
                </a:solidFill>
                <a:latin typeface="Albert Sans"/>
                <a:ea typeface="Albert Sans"/>
                <a:cs typeface="Albert Sans"/>
                <a:sym typeface="Albert Sans"/>
              </a:rPr>
              <a:t>Remove punctuation and numbers</a:t>
            </a:r>
            <a:endParaRPr sz="1700">
              <a:solidFill>
                <a:schemeClr val="dk1"/>
              </a:solidFill>
              <a:latin typeface="Albert Sans"/>
              <a:ea typeface="Albert Sans"/>
              <a:cs typeface="Albert Sans"/>
              <a:sym typeface="Albert Sans"/>
            </a:endParaRPr>
          </a:p>
          <a:p>
            <a:pPr indent="-336550" lvl="0" marL="457200" rtl="0" algn="l">
              <a:lnSpc>
                <a:spcPct val="115000"/>
              </a:lnSpc>
              <a:spcBef>
                <a:spcPts val="0"/>
              </a:spcBef>
              <a:spcAft>
                <a:spcPts val="0"/>
              </a:spcAft>
              <a:buClr>
                <a:schemeClr val="dk1"/>
              </a:buClr>
              <a:buSzPts val="1700"/>
              <a:buFont typeface="Albert Sans"/>
              <a:buChar char="●"/>
            </a:pPr>
            <a:r>
              <a:rPr lang="en-US" sz="1700">
                <a:solidFill>
                  <a:schemeClr val="dk1"/>
                </a:solidFill>
                <a:latin typeface="Albert Sans"/>
                <a:ea typeface="Albert Sans"/>
                <a:cs typeface="Albert Sans"/>
                <a:sym typeface="Albert Sans"/>
              </a:rPr>
              <a:t>Remove extra whitespace</a:t>
            </a:r>
            <a:endParaRPr sz="1700">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291" name="Google Shape;291;p32"/>
          <p:cNvSpPr txBox="1"/>
          <p:nvPr/>
        </p:nvSpPr>
        <p:spPr>
          <a:xfrm>
            <a:off x="6873225" y="2250600"/>
            <a:ext cx="3638400" cy="131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100">
              <a:solidFill>
                <a:schemeClr val="dk1"/>
              </a:solidFill>
            </a:endParaRPr>
          </a:p>
          <a:p>
            <a:pPr indent="0" lvl="0" marL="228600" rtl="0" algn="l">
              <a:lnSpc>
                <a:spcPct val="90000"/>
              </a:lnSpc>
              <a:spcBef>
                <a:spcPts val="1200"/>
              </a:spcBef>
              <a:spcAft>
                <a:spcPts val="0"/>
              </a:spcAft>
              <a:buNone/>
            </a:pPr>
            <a:r>
              <a:t/>
            </a:r>
            <a:endParaRPr/>
          </a:p>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cxnSp>
        <p:nvCxnSpPr>
          <p:cNvPr id="292" name="Google Shape;292;p32"/>
          <p:cNvCxnSpPr/>
          <p:nvPr/>
        </p:nvCxnSpPr>
        <p:spPr>
          <a:xfrm>
            <a:off x="4969525" y="2344725"/>
            <a:ext cx="28800" cy="3594900"/>
          </a:xfrm>
          <a:prstGeom prst="straightConnector1">
            <a:avLst/>
          </a:prstGeom>
          <a:noFill/>
          <a:ln cap="flat" cmpd="sng" w="9525">
            <a:solidFill>
              <a:schemeClr val="dk2"/>
            </a:solidFill>
            <a:prstDash val="solid"/>
            <a:round/>
            <a:headEnd len="med" w="med" type="none"/>
            <a:tailEnd len="med" w="med" type="none"/>
          </a:ln>
        </p:spPr>
      </p:cxnSp>
      <p:pic>
        <p:nvPicPr>
          <p:cNvPr id="293" name="Google Shape;293;p32"/>
          <p:cNvPicPr preferRelativeResize="0"/>
          <p:nvPr/>
        </p:nvPicPr>
        <p:blipFill>
          <a:blip r:embed="rId3">
            <a:alphaModFix/>
          </a:blip>
          <a:stretch>
            <a:fillRect/>
          </a:stretch>
        </p:blipFill>
        <p:spPr>
          <a:xfrm>
            <a:off x="5505000" y="2250600"/>
            <a:ext cx="5990568" cy="3710170"/>
          </a:xfrm>
          <a:prstGeom prst="rect">
            <a:avLst/>
          </a:prstGeom>
          <a:noFill/>
          <a:ln cap="flat" cmpd="sng" w="19050">
            <a:solidFill>
              <a:schemeClr val="dk2"/>
            </a:solidFill>
            <a:prstDash val="solid"/>
            <a:round/>
            <a:headEnd len="sm" w="sm" type="none"/>
            <a:tailEnd len="sm" w="sm" type="none"/>
          </a:ln>
        </p:spPr>
      </p:pic>
      <p:sp>
        <p:nvSpPr>
          <p:cNvPr id="294" name="Google Shape;294;p32"/>
          <p:cNvSpPr txBox="1"/>
          <p:nvPr/>
        </p:nvSpPr>
        <p:spPr>
          <a:xfrm>
            <a:off x="448375" y="3882825"/>
            <a:ext cx="4521300" cy="205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latin typeface="Albert Sans"/>
                <a:ea typeface="Albert Sans"/>
                <a:cs typeface="Albert Sans"/>
                <a:sym typeface="Albert Sans"/>
              </a:rPr>
              <a:t>Purpose</a:t>
            </a:r>
            <a:r>
              <a:rPr lang="en-US" sz="1600">
                <a:solidFill>
                  <a:schemeClr val="dk1"/>
                </a:solidFill>
                <a:latin typeface="Albert Sans"/>
                <a:ea typeface="Albert Sans"/>
                <a:cs typeface="Albert Sans"/>
                <a:sym typeface="Albert Sans"/>
              </a:rPr>
              <a:t>:</a:t>
            </a:r>
            <a:endParaRPr sz="1600">
              <a:solidFill>
                <a:schemeClr val="dk1"/>
              </a:solidFill>
              <a:latin typeface="Albert Sans"/>
              <a:ea typeface="Albert Sans"/>
              <a:cs typeface="Albert Sans"/>
              <a:sym typeface="Albert Sans"/>
            </a:endParaRPr>
          </a:p>
          <a:p>
            <a:pPr indent="-330200" lvl="0" marL="457200" rtl="0" algn="l">
              <a:lnSpc>
                <a:spcPct val="115000"/>
              </a:lnSpc>
              <a:spcBef>
                <a:spcPts val="1200"/>
              </a:spcBef>
              <a:spcAft>
                <a:spcPts val="0"/>
              </a:spcAft>
              <a:buClr>
                <a:schemeClr val="dk1"/>
              </a:buClr>
              <a:buSzPts val="1600"/>
              <a:buFont typeface="Albert Sans"/>
              <a:buChar char="●"/>
            </a:pPr>
            <a:r>
              <a:rPr lang="en-US" sz="1600">
                <a:solidFill>
                  <a:schemeClr val="dk1"/>
                </a:solidFill>
                <a:latin typeface="Albert Sans"/>
                <a:ea typeface="Albert Sans"/>
                <a:cs typeface="Albert Sans"/>
                <a:sym typeface="Albert Sans"/>
              </a:rPr>
              <a:t>Standardize text across articles</a:t>
            </a:r>
            <a:br>
              <a:rPr lang="en-US" sz="1600">
                <a:solidFill>
                  <a:schemeClr val="dk1"/>
                </a:solidFill>
                <a:latin typeface="Albert Sans"/>
                <a:ea typeface="Albert Sans"/>
                <a:cs typeface="Albert Sans"/>
                <a:sym typeface="Albert Sans"/>
              </a:rPr>
            </a:br>
            <a:r>
              <a:rPr lang="en-US" sz="1600">
                <a:solidFill>
                  <a:schemeClr val="dk1"/>
                </a:solidFill>
                <a:latin typeface="Albert Sans"/>
                <a:ea typeface="Albert Sans"/>
                <a:cs typeface="Albert Sans"/>
                <a:sym typeface="Albert Sans"/>
              </a:rPr>
              <a:t>Reduces  noise in the text data.</a:t>
            </a:r>
            <a:endParaRPr sz="1600">
              <a:solidFill>
                <a:schemeClr val="dk1"/>
              </a:solidFill>
              <a:latin typeface="Albert Sans"/>
              <a:ea typeface="Albert Sans"/>
              <a:cs typeface="Albert Sans"/>
              <a:sym typeface="Albert Sans"/>
            </a:endParaRPr>
          </a:p>
          <a:p>
            <a:pPr indent="-330200" lvl="0" marL="457200" rtl="0" algn="l">
              <a:lnSpc>
                <a:spcPct val="115000"/>
              </a:lnSpc>
              <a:spcBef>
                <a:spcPts val="0"/>
              </a:spcBef>
              <a:spcAft>
                <a:spcPts val="0"/>
              </a:spcAft>
              <a:buClr>
                <a:schemeClr val="dk1"/>
              </a:buClr>
              <a:buSzPts val="1600"/>
              <a:buFont typeface="Albert Sans"/>
              <a:buChar char="●"/>
            </a:pPr>
            <a:r>
              <a:rPr lang="en-US" sz="1600">
                <a:solidFill>
                  <a:schemeClr val="dk1"/>
                </a:solidFill>
                <a:latin typeface="Albert Sans"/>
                <a:ea typeface="Albert Sans"/>
                <a:cs typeface="Albert Sans"/>
                <a:sym typeface="Albert Sans"/>
              </a:rPr>
              <a:t>Prepare text for feature extraction and topic modeling.</a:t>
            </a:r>
            <a:endParaRPr sz="1600">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3"/>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Feature Engineering (TF-IDF)</a:t>
            </a:r>
            <a:endParaRPr/>
          </a:p>
        </p:txBody>
      </p:sp>
      <p:sp>
        <p:nvSpPr>
          <p:cNvPr id="300" name="Google Shape;300;p33"/>
          <p:cNvSpPr txBox="1"/>
          <p:nvPr>
            <p:ph idx="1" type="body"/>
          </p:nvPr>
        </p:nvSpPr>
        <p:spPr>
          <a:xfrm>
            <a:off x="838200" y="1534136"/>
            <a:ext cx="10515600" cy="4429492"/>
          </a:xfrm>
          <a:prstGeom prst="rect">
            <a:avLst/>
          </a:prstGeom>
          <a:noFill/>
          <a:ln>
            <a:noFill/>
          </a:ln>
        </p:spPr>
        <p:txBody>
          <a:bodyPr anchorCtr="0" anchor="t" bIns="45700" lIns="0" spcFirstLastPara="1" rIns="0" wrap="square" tIns="45700">
            <a:noAutofit/>
          </a:bodyPr>
          <a:lstStyle/>
          <a:p>
            <a:pPr indent="-177800" lvl="0" marL="228600" rtl="0" algn="l">
              <a:lnSpc>
                <a:spcPct val="115000"/>
              </a:lnSpc>
              <a:spcBef>
                <a:spcPts val="1200"/>
              </a:spcBef>
              <a:spcAft>
                <a:spcPts val="0"/>
              </a:spcAft>
              <a:buSzPts val="1600"/>
              <a:buChar char="•"/>
            </a:pPr>
            <a:r>
              <a:rPr lang="en-US" sz="1600">
                <a:solidFill>
                  <a:schemeClr val="dk1"/>
                </a:solidFill>
                <a:latin typeface="Albert Sans"/>
                <a:ea typeface="Albert Sans"/>
                <a:cs typeface="Albert Sans"/>
                <a:sym typeface="Albert Sans"/>
              </a:rPr>
              <a:t>To represent text numerically, I applied </a:t>
            </a:r>
            <a:r>
              <a:rPr b="1" lang="en-US" sz="1600">
                <a:solidFill>
                  <a:schemeClr val="dk1"/>
                </a:solidFill>
                <a:latin typeface="Albert Sans"/>
                <a:ea typeface="Albert Sans"/>
                <a:cs typeface="Albert Sans"/>
                <a:sym typeface="Albert Sans"/>
              </a:rPr>
              <a:t>TF-IDF vectorization</a:t>
            </a:r>
            <a:r>
              <a:rPr lang="en-US" sz="1600">
                <a:solidFill>
                  <a:schemeClr val="dk1"/>
                </a:solidFill>
                <a:latin typeface="Albert Sans"/>
                <a:ea typeface="Albert Sans"/>
                <a:cs typeface="Albert Sans"/>
                <a:sym typeface="Albert Sans"/>
              </a:rPr>
              <a:t> to the cleaned articles.</a:t>
            </a:r>
            <a:endParaRPr sz="1600">
              <a:solidFill>
                <a:schemeClr val="dk1"/>
              </a:solidFill>
              <a:latin typeface="Albert Sans"/>
              <a:ea typeface="Albert Sans"/>
              <a:cs typeface="Albert Sans"/>
              <a:sym typeface="Albert Sans"/>
            </a:endParaRPr>
          </a:p>
          <a:p>
            <a:pPr indent="-177800" lvl="0" marL="228600" rtl="0" algn="l">
              <a:lnSpc>
                <a:spcPct val="115000"/>
              </a:lnSpc>
              <a:spcBef>
                <a:spcPts val="0"/>
              </a:spcBef>
              <a:spcAft>
                <a:spcPts val="0"/>
              </a:spcAft>
              <a:buSzPts val="1600"/>
              <a:buChar char="•"/>
            </a:pPr>
            <a:r>
              <a:rPr b="1" lang="en-US" sz="1600">
                <a:solidFill>
                  <a:schemeClr val="dk1"/>
                </a:solidFill>
                <a:latin typeface="Albert Sans"/>
                <a:ea typeface="Albert Sans"/>
                <a:cs typeface="Albert Sans"/>
                <a:sym typeface="Albert Sans"/>
              </a:rPr>
              <a:t>Input:</a:t>
            </a:r>
            <a:br>
              <a:rPr b="1" lang="en-US" sz="1600">
                <a:solidFill>
                  <a:schemeClr val="dk1"/>
                </a:solidFill>
                <a:latin typeface="Albert Sans"/>
                <a:ea typeface="Albert Sans"/>
                <a:cs typeface="Albert Sans"/>
                <a:sym typeface="Albert Sans"/>
              </a:rPr>
            </a:br>
            <a:r>
              <a:rPr lang="en-US" sz="1600">
                <a:solidFill>
                  <a:schemeClr val="dk1"/>
                </a:solidFill>
                <a:latin typeface="Albert Sans"/>
                <a:ea typeface="Albert Sans"/>
                <a:cs typeface="Albert Sans"/>
                <a:sym typeface="Albert Sans"/>
              </a:rPr>
              <a:t> </a:t>
            </a:r>
            <a:r>
              <a:rPr lang="en-US" sz="1600">
                <a:solidFill>
                  <a:srgbClr val="188038"/>
                </a:solidFill>
                <a:latin typeface="Albert Sans"/>
                <a:ea typeface="Albert Sans"/>
                <a:cs typeface="Albert Sans"/>
                <a:sym typeface="Albert Sans"/>
              </a:rPr>
              <a:t>clean_text</a:t>
            </a:r>
            <a:endParaRPr sz="1600">
              <a:solidFill>
                <a:srgbClr val="188038"/>
              </a:solidFill>
              <a:latin typeface="Albert Sans"/>
              <a:ea typeface="Albert Sans"/>
              <a:cs typeface="Albert Sans"/>
              <a:sym typeface="Albert Sans"/>
            </a:endParaRPr>
          </a:p>
          <a:p>
            <a:pPr indent="-177800" lvl="0" marL="228600" rtl="0" algn="l">
              <a:lnSpc>
                <a:spcPct val="115000"/>
              </a:lnSpc>
              <a:spcBef>
                <a:spcPts val="0"/>
              </a:spcBef>
              <a:spcAft>
                <a:spcPts val="0"/>
              </a:spcAft>
              <a:buSzPts val="1600"/>
              <a:buChar char="•"/>
            </a:pPr>
            <a:r>
              <a:rPr b="1" lang="en-US" sz="1600">
                <a:solidFill>
                  <a:schemeClr val="dk1"/>
                </a:solidFill>
                <a:latin typeface="Albert Sans"/>
                <a:ea typeface="Albert Sans"/>
                <a:cs typeface="Albert Sans"/>
                <a:sym typeface="Albert Sans"/>
              </a:rPr>
              <a:t>Output:</a:t>
            </a:r>
            <a:br>
              <a:rPr b="1" lang="en-US" sz="1600">
                <a:solidFill>
                  <a:schemeClr val="dk1"/>
                </a:solidFill>
                <a:latin typeface="Albert Sans"/>
                <a:ea typeface="Albert Sans"/>
                <a:cs typeface="Albert Sans"/>
                <a:sym typeface="Albert Sans"/>
              </a:rPr>
            </a:br>
            <a:r>
              <a:rPr lang="en-US" sz="1600">
                <a:solidFill>
                  <a:schemeClr val="dk1"/>
                </a:solidFill>
                <a:latin typeface="Albert Sans"/>
                <a:ea typeface="Albert Sans"/>
                <a:cs typeface="Albert Sans"/>
                <a:sym typeface="Albert Sans"/>
              </a:rPr>
              <a:t> TF-IDF document-term matrix</a:t>
            </a:r>
            <a:endParaRPr sz="1600">
              <a:solidFill>
                <a:schemeClr val="dk1"/>
              </a:solidFill>
              <a:latin typeface="Albert Sans"/>
              <a:ea typeface="Albert Sans"/>
              <a:cs typeface="Albert Sans"/>
              <a:sym typeface="Albert Sans"/>
            </a:endParaRPr>
          </a:p>
          <a:p>
            <a:pPr indent="-177800" lvl="0" marL="228600" rtl="0" algn="l">
              <a:lnSpc>
                <a:spcPct val="115000"/>
              </a:lnSpc>
              <a:spcBef>
                <a:spcPts val="0"/>
              </a:spcBef>
              <a:spcAft>
                <a:spcPts val="0"/>
              </a:spcAft>
              <a:buSzPts val="1600"/>
              <a:buFont typeface="Albert Sans"/>
              <a:buChar char="•"/>
            </a:pPr>
            <a:r>
              <a:rPr b="1" lang="en-US" sz="1600">
                <a:solidFill>
                  <a:schemeClr val="dk1"/>
                </a:solidFill>
                <a:latin typeface="Albert Sans"/>
                <a:ea typeface="Albert Sans"/>
                <a:cs typeface="Albert Sans"/>
                <a:sym typeface="Albert Sans"/>
              </a:rPr>
              <a:t>What TF-IDF measures</a:t>
            </a:r>
            <a:endParaRPr b="1" sz="1600">
              <a:solidFill>
                <a:schemeClr val="dk1"/>
              </a:solidFill>
              <a:latin typeface="Albert Sans"/>
              <a:ea typeface="Albert Sans"/>
              <a:cs typeface="Albert Sans"/>
              <a:sym typeface="Albert Sans"/>
            </a:endParaRPr>
          </a:p>
          <a:p>
            <a:pPr indent="-177800" lvl="0" marL="228600" rtl="0" algn="l">
              <a:lnSpc>
                <a:spcPct val="115000"/>
              </a:lnSpc>
              <a:spcBef>
                <a:spcPts val="0"/>
              </a:spcBef>
              <a:spcAft>
                <a:spcPts val="0"/>
              </a:spcAft>
              <a:buSzPts val="1600"/>
              <a:buChar char="•"/>
            </a:pPr>
            <a:r>
              <a:rPr b="1" lang="en-US" sz="1600">
                <a:solidFill>
                  <a:schemeClr val="dk1"/>
                </a:solidFill>
                <a:latin typeface="Albert Sans"/>
                <a:ea typeface="Albert Sans"/>
                <a:cs typeface="Albert Sans"/>
                <a:sym typeface="Albert Sans"/>
              </a:rPr>
              <a:t>Term Frequency (TF)</a:t>
            </a:r>
            <a:br>
              <a:rPr b="1" lang="en-US" sz="1600">
                <a:solidFill>
                  <a:schemeClr val="dk1"/>
                </a:solidFill>
                <a:latin typeface="Albert Sans"/>
                <a:ea typeface="Albert Sans"/>
                <a:cs typeface="Albert Sans"/>
                <a:sym typeface="Albert Sans"/>
              </a:rPr>
            </a:br>
            <a:r>
              <a:rPr lang="en-US" sz="1600">
                <a:solidFill>
                  <a:schemeClr val="dk1"/>
                </a:solidFill>
                <a:latin typeface="Albert Sans"/>
                <a:ea typeface="Albert Sans"/>
                <a:cs typeface="Albert Sans"/>
                <a:sym typeface="Albert Sans"/>
              </a:rPr>
              <a:t> • How often a word appears in a document</a:t>
            </a:r>
            <a:endParaRPr sz="1600">
              <a:solidFill>
                <a:schemeClr val="dk1"/>
              </a:solidFill>
              <a:latin typeface="Albert Sans"/>
              <a:ea typeface="Albert Sans"/>
              <a:cs typeface="Albert Sans"/>
              <a:sym typeface="Albert Sans"/>
            </a:endParaRPr>
          </a:p>
          <a:p>
            <a:pPr indent="-177800" lvl="0" marL="228600" rtl="0" algn="l">
              <a:lnSpc>
                <a:spcPct val="115000"/>
              </a:lnSpc>
              <a:spcBef>
                <a:spcPts val="0"/>
              </a:spcBef>
              <a:spcAft>
                <a:spcPts val="0"/>
              </a:spcAft>
              <a:buSzPts val="1600"/>
              <a:buChar char="•"/>
            </a:pPr>
            <a:r>
              <a:rPr b="1" lang="en-US" sz="1600">
                <a:solidFill>
                  <a:schemeClr val="dk1"/>
                </a:solidFill>
                <a:latin typeface="Albert Sans"/>
                <a:ea typeface="Albert Sans"/>
                <a:cs typeface="Albert Sans"/>
                <a:sym typeface="Albert Sans"/>
              </a:rPr>
              <a:t>Inverse Document Frequency (IDF)</a:t>
            </a:r>
            <a:br>
              <a:rPr b="1" lang="en-US" sz="1600">
                <a:solidFill>
                  <a:schemeClr val="dk1"/>
                </a:solidFill>
                <a:latin typeface="Albert Sans"/>
                <a:ea typeface="Albert Sans"/>
                <a:cs typeface="Albert Sans"/>
                <a:sym typeface="Albert Sans"/>
              </a:rPr>
            </a:br>
            <a:r>
              <a:rPr lang="en-US" sz="1600">
                <a:solidFill>
                  <a:schemeClr val="dk1"/>
                </a:solidFill>
                <a:latin typeface="Albert Sans"/>
                <a:ea typeface="Albert Sans"/>
                <a:cs typeface="Albert Sans"/>
                <a:sym typeface="Albert Sans"/>
              </a:rPr>
              <a:t> • Reduces weight of words that appear in many documents</a:t>
            </a:r>
            <a:endParaRPr sz="1600">
              <a:solidFill>
                <a:schemeClr val="dk1"/>
              </a:solidFill>
              <a:latin typeface="Albert Sans"/>
              <a:ea typeface="Albert Sans"/>
              <a:cs typeface="Albert Sans"/>
              <a:sym typeface="Albert Sans"/>
            </a:endParaRPr>
          </a:p>
          <a:p>
            <a:pPr indent="0" lvl="0" marL="228600" rtl="0" algn="l">
              <a:lnSpc>
                <a:spcPct val="115000"/>
              </a:lnSpc>
              <a:spcBef>
                <a:spcPts val="1200"/>
              </a:spcBef>
              <a:spcAft>
                <a:spcPts val="0"/>
              </a:spcAft>
              <a:buNone/>
            </a:pPr>
            <a:r>
              <a:rPr b="1" lang="en-US" sz="1600">
                <a:solidFill>
                  <a:schemeClr val="dk1"/>
                </a:solidFill>
                <a:latin typeface="Albert Sans"/>
                <a:ea typeface="Albert Sans"/>
                <a:cs typeface="Albert Sans"/>
                <a:sym typeface="Albert Sans"/>
              </a:rPr>
              <a:t>Why TF-IDF?</a:t>
            </a:r>
            <a:endParaRPr b="1" sz="1600">
              <a:solidFill>
                <a:schemeClr val="dk1"/>
              </a:solidFill>
              <a:latin typeface="Albert Sans"/>
              <a:ea typeface="Albert Sans"/>
              <a:cs typeface="Albert Sans"/>
              <a:sym typeface="Albert Sans"/>
            </a:endParaRPr>
          </a:p>
          <a:p>
            <a:pPr indent="0" lvl="0" marL="228600" rtl="0" algn="l">
              <a:lnSpc>
                <a:spcPct val="115000"/>
              </a:lnSpc>
              <a:spcBef>
                <a:spcPts val="1200"/>
              </a:spcBef>
              <a:spcAft>
                <a:spcPts val="0"/>
              </a:spcAft>
              <a:buNone/>
            </a:pPr>
            <a:r>
              <a:rPr lang="en-US" sz="1600">
                <a:solidFill>
                  <a:schemeClr val="dk1"/>
                </a:solidFill>
                <a:latin typeface="Albert Sans"/>
                <a:ea typeface="Albert Sans"/>
                <a:cs typeface="Albert Sans"/>
                <a:sym typeface="Albert Sans"/>
              </a:rPr>
              <a:t>• Highlights </a:t>
            </a:r>
            <a:r>
              <a:rPr b="1" lang="en-US" sz="1600">
                <a:solidFill>
                  <a:schemeClr val="dk1"/>
                </a:solidFill>
                <a:latin typeface="Albert Sans"/>
                <a:ea typeface="Albert Sans"/>
                <a:cs typeface="Albert Sans"/>
                <a:sym typeface="Albert Sans"/>
              </a:rPr>
              <a:t>informative words</a:t>
            </a:r>
            <a:r>
              <a:rPr lang="en-US" sz="1600">
                <a:solidFill>
                  <a:schemeClr val="dk1"/>
                </a:solidFill>
                <a:latin typeface="Albert Sans"/>
                <a:ea typeface="Albert Sans"/>
                <a:cs typeface="Albert Sans"/>
                <a:sym typeface="Albert Sans"/>
              </a:rPr>
              <a:t> in articles</a:t>
            </a:r>
            <a:br>
              <a:rPr lang="en-US" sz="1600">
                <a:solidFill>
                  <a:schemeClr val="dk1"/>
                </a:solidFill>
                <a:latin typeface="Albert Sans"/>
                <a:ea typeface="Albert Sans"/>
                <a:cs typeface="Albert Sans"/>
                <a:sym typeface="Albert Sans"/>
              </a:rPr>
            </a:br>
            <a:r>
              <a:rPr lang="en-US" sz="1600">
                <a:solidFill>
                  <a:schemeClr val="dk1"/>
                </a:solidFill>
                <a:latin typeface="Albert Sans"/>
                <a:ea typeface="Albert Sans"/>
                <a:cs typeface="Albert Sans"/>
                <a:sym typeface="Albert Sans"/>
              </a:rPr>
              <a:t> • Reduces influence of very common words</a:t>
            </a:r>
            <a:br>
              <a:rPr lang="en-US" sz="1600">
                <a:solidFill>
                  <a:schemeClr val="dk1"/>
                </a:solidFill>
                <a:latin typeface="Albert Sans"/>
                <a:ea typeface="Albert Sans"/>
                <a:cs typeface="Albert Sans"/>
                <a:sym typeface="Albert Sans"/>
              </a:rPr>
            </a:br>
            <a:r>
              <a:rPr lang="en-US" sz="1600">
                <a:solidFill>
                  <a:schemeClr val="dk1"/>
                </a:solidFill>
                <a:latin typeface="Albert Sans"/>
                <a:ea typeface="Albert Sans"/>
                <a:cs typeface="Albert Sans"/>
                <a:sym typeface="Albert Sans"/>
              </a:rPr>
              <a:t> • Creates numerical features for </a:t>
            </a:r>
            <a:r>
              <a:rPr b="1" lang="en-US" sz="1600">
                <a:solidFill>
                  <a:schemeClr val="dk1"/>
                </a:solidFill>
                <a:latin typeface="Albert Sans"/>
                <a:ea typeface="Albert Sans"/>
                <a:cs typeface="Albert Sans"/>
                <a:sym typeface="Albert Sans"/>
              </a:rPr>
              <a:t>topic modeling</a:t>
            </a:r>
            <a:endParaRPr b="1" sz="1600">
              <a:solidFill>
                <a:schemeClr val="dk1"/>
              </a:solidFill>
              <a:latin typeface="Albert Sans"/>
              <a:ea typeface="Albert Sans"/>
              <a:cs typeface="Albert Sans"/>
              <a:sym typeface="Albert Sans"/>
            </a:endParaRPr>
          </a:p>
          <a:p>
            <a:pPr indent="0" lvl="0" marL="228600" rtl="0" algn="l">
              <a:lnSpc>
                <a:spcPct val="90000"/>
              </a:lnSpc>
              <a:spcBef>
                <a:spcPts val="1200"/>
              </a:spcBef>
              <a:spcAft>
                <a:spcPts val="0"/>
              </a:spcAft>
              <a:buNone/>
            </a:pPr>
            <a:r>
              <a:t/>
            </a:r>
            <a:endParaRPr sz="1600">
              <a:latin typeface="Albert Sans"/>
              <a:ea typeface="Albert Sans"/>
              <a:cs typeface="Albert Sans"/>
              <a:sym typeface="Albert Sans"/>
            </a:endParaRPr>
          </a:p>
        </p:txBody>
      </p:sp>
      <p:sp>
        <p:nvSpPr>
          <p:cNvPr id="301" name="Google Shape;301;p33"/>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4"/>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Topic Detection (NMF)</a:t>
            </a:r>
            <a:endParaRPr/>
          </a:p>
        </p:txBody>
      </p:sp>
      <p:sp>
        <p:nvSpPr>
          <p:cNvPr id="307" name="Google Shape;307;p34"/>
          <p:cNvSpPr txBox="1"/>
          <p:nvPr>
            <p:ph idx="12" type="sldNum"/>
          </p:nvPr>
        </p:nvSpPr>
        <p:spPr>
          <a:xfrm>
            <a:off x="2625501" y="6046057"/>
            <a:ext cx="34323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8" name="Google Shape;308;p34"/>
          <p:cNvSpPr txBox="1"/>
          <p:nvPr/>
        </p:nvSpPr>
        <p:spPr>
          <a:xfrm>
            <a:off x="277200" y="1492875"/>
            <a:ext cx="11492700" cy="577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Helvetica Neue"/>
              <a:buChar char="➔"/>
            </a:pPr>
            <a:r>
              <a:rPr lang="en-US" sz="1800">
                <a:solidFill>
                  <a:schemeClr val="dk1"/>
                </a:solidFill>
                <a:latin typeface="Helvetica Neue"/>
                <a:ea typeface="Helvetica Neue"/>
                <a:cs typeface="Helvetica Neue"/>
                <a:sym typeface="Helvetica Neue"/>
              </a:rPr>
              <a:t>Applied Non-negative Matrix Factorization (NMF) to TF-IDF features to identify major themes in the articles.</a:t>
            </a:r>
            <a:endParaRPr sz="1000">
              <a:solidFill>
                <a:schemeClr val="dk1"/>
              </a:solidFill>
              <a:latin typeface="Albert Sans"/>
              <a:ea typeface="Albert Sans"/>
              <a:cs typeface="Albert Sans"/>
              <a:sym typeface="Albert Sans"/>
            </a:endParaRPr>
          </a:p>
        </p:txBody>
      </p:sp>
      <p:sp>
        <p:nvSpPr>
          <p:cNvPr id="309" name="Google Shape;309;p34"/>
          <p:cNvSpPr/>
          <p:nvPr/>
        </p:nvSpPr>
        <p:spPr>
          <a:xfrm>
            <a:off x="349400" y="2371175"/>
            <a:ext cx="2959794" cy="895158"/>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latin typeface="Helvetica Neue"/>
                <a:ea typeface="Helvetica Neue"/>
                <a:cs typeface="Helvetica Neue"/>
                <a:sym typeface="Helvetica Neue"/>
              </a:rPr>
              <a:t>Article Text</a:t>
            </a:r>
            <a:endParaRPr>
              <a:latin typeface="Helvetica Neue"/>
              <a:ea typeface="Helvetica Neue"/>
              <a:cs typeface="Helvetica Neue"/>
              <a:sym typeface="Helvetica Neue"/>
            </a:endParaRPr>
          </a:p>
          <a:p>
            <a:pPr indent="0" lvl="0" marL="0" rtl="0" algn="ctr">
              <a:spcBef>
                <a:spcPts val="0"/>
              </a:spcBef>
              <a:spcAft>
                <a:spcPts val="0"/>
              </a:spcAft>
              <a:buClr>
                <a:schemeClr val="dk1"/>
              </a:buClr>
              <a:buSzPts val="1100"/>
              <a:buFont typeface="Arial"/>
              <a:buNone/>
            </a:pPr>
            <a:r>
              <a:rPr lang="en-US">
                <a:latin typeface="Helvetica Neue"/>
                <a:ea typeface="Helvetica Neue"/>
                <a:cs typeface="Helvetica Neue"/>
                <a:sym typeface="Helvetica Neue"/>
              </a:rPr>
              <a:t>"AI transforms industries..."</a:t>
            </a:r>
            <a:endParaRPr>
              <a:latin typeface="Helvetica Neue"/>
              <a:ea typeface="Helvetica Neue"/>
              <a:cs typeface="Helvetica Neue"/>
              <a:sym typeface="Helvetica Neue"/>
            </a:endParaRPr>
          </a:p>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310" name="Google Shape;310;p34"/>
          <p:cNvSpPr/>
          <p:nvPr/>
        </p:nvSpPr>
        <p:spPr>
          <a:xfrm>
            <a:off x="3439125" y="2132250"/>
            <a:ext cx="2959794" cy="1451358"/>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latin typeface="Helvetica Neue"/>
                <a:ea typeface="Helvetica Neue"/>
                <a:cs typeface="Helvetica Neue"/>
                <a:sym typeface="Helvetica Neue"/>
              </a:rPr>
              <a:t>TF-IDF Vectorizer</a:t>
            </a:r>
            <a:endParaRPr>
              <a:latin typeface="Helvetica Neue"/>
              <a:ea typeface="Helvetica Neue"/>
              <a:cs typeface="Helvetica Neue"/>
              <a:sym typeface="Helvetica Neue"/>
            </a:endParaRPr>
          </a:p>
          <a:p>
            <a:pPr indent="0" lvl="0" marL="0" rtl="0" algn="ctr">
              <a:spcBef>
                <a:spcPts val="0"/>
              </a:spcBef>
              <a:spcAft>
                <a:spcPts val="0"/>
              </a:spcAft>
              <a:buClr>
                <a:schemeClr val="dk1"/>
              </a:buClr>
              <a:buSzPts val="1100"/>
              <a:buFont typeface="Arial"/>
              <a:buNone/>
            </a:pPr>
            <a:r>
              <a:rPr lang="en-US">
                <a:latin typeface="Helvetica Neue"/>
                <a:ea typeface="Helvetica Neue"/>
                <a:cs typeface="Helvetica Neue"/>
                <a:sym typeface="Helvetica Neue"/>
              </a:rPr>
              <a:t>Extracts words</a:t>
            </a:r>
            <a:endParaRPr>
              <a:latin typeface="Helvetica Neue"/>
              <a:ea typeface="Helvetica Neue"/>
              <a:cs typeface="Helvetica Neue"/>
              <a:sym typeface="Helvetica Neue"/>
            </a:endParaRPr>
          </a:p>
          <a:p>
            <a:pPr indent="0" lvl="0" marL="0" rtl="0" algn="ctr">
              <a:spcBef>
                <a:spcPts val="0"/>
              </a:spcBef>
              <a:spcAft>
                <a:spcPts val="0"/>
              </a:spcAft>
              <a:buClr>
                <a:schemeClr val="dk1"/>
              </a:buClr>
              <a:buSzPts val="1100"/>
              <a:buFont typeface="Arial"/>
              <a:buNone/>
            </a:pPr>
            <a:r>
              <a:rPr lang="en-US">
                <a:latin typeface="Helvetica Neue"/>
                <a:ea typeface="Helvetica Neue"/>
                <a:cs typeface="Helvetica Neue"/>
                <a:sym typeface="Helvetica Neue"/>
              </a:rPr>
              <a:t>Computes weights</a:t>
            </a:r>
            <a:endParaRPr>
              <a:latin typeface="Helvetica Neue"/>
              <a:ea typeface="Helvetica Neue"/>
              <a:cs typeface="Helvetica Neue"/>
              <a:sym typeface="Helvetica Neue"/>
            </a:endParaRPr>
          </a:p>
          <a:p>
            <a:pPr indent="0" lvl="0" marL="0" rtl="0" algn="ctr">
              <a:spcBef>
                <a:spcPts val="0"/>
              </a:spcBef>
              <a:spcAft>
                <a:spcPts val="0"/>
              </a:spcAft>
              <a:buNone/>
            </a:pPr>
            <a:r>
              <a:t/>
            </a:r>
            <a:endParaRPr>
              <a:latin typeface="Helvetica Neue"/>
              <a:ea typeface="Helvetica Neue"/>
              <a:cs typeface="Helvetica Neue"/>
              <a:sym typeface="Helvetica Neue"/>
            </a:endParaRPr>
          </a:p>
        </p:txBody>
      </p:sp>
      <p:cxnSp>
        <p:nvCxnSpPr>
          <p:cNvPr id="311" name="Google Shape;311;p34"/>
          <p:cNvCxnSpPr/>
          <p:nvPr/>
        </p:nvCxnSpPr>
        <p:spPr>
          <a:xfrm flipH="1" rot="10800000">
            <a:off x="6998882" y="2749091"/>
            <a:ext cx="425100" cy="37800"/>
          </a:xfrm>
          <a:prstGeom prst="straightConnector1">
            <a:avLst/>
          </a:prstGeom>
          <a:noFill/>
          <a:ln cap="flat" cmpd="sng" w="9525">
            <a:solidFill>
              <a:schemeClr val="dk2"/>
            </a:solidFill>
            <a:prstDash val="solid"/>
            <a:round/>
            <a:headEnd len="med" w="med" type="none"/>
            <a:tailEnd len="med" w="med" type="triangle"/>
          </a:ln>
        </p:spPr>
      </p:cxnSp>
      <p:sp>
        <p:nvSpPr>
          <p:cNvPr id="312" name="Google Shape;312;p34"/>
          <p:cNvSpPr/>
          <p:nvPr/>
        </p:nvSpPr>
        <p:spPr>
          <a:xfrm>
            <a:off x="6528850" y="2093075"/>
            <a:ext cx="2959794" cy="1451358"/>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latin typeface="Helvetica Neue"/>
                <a:ea typeface="Helvetica Neue"/>
                <a:cs typeface="Helvetica Neue"/>
                <a:sym typeface="Helvetica Neue"/>
              </a:rPr>
              <a:t>NMF Model</a:t>
            </a:r>
            <a:endParaRPr>
              <a:latin typeface="Helvetica Neue"/>
              <a:ea typeface="Helvetica Neue"/>
              <a:cs typeface="Helvetica Neue"/>
              <a:sym typeface="Helvetica Neue"/>
            </a:endParaRPr>
          </a:p>
          <a:p>
            <a:pPr indent="0" lvl="0" marL="0" rtl="0" algn="ctr">
              <a:spcBef>
                <a:spcPts val="0"/>
              </a:spcBef>
              <a:spcAft>
                <a:spcPts val="0"/>
              </a:spcAft>
              <a:buClr>
                <a:schemeClr val="dk1"/>
              </a:buClr>
              <a:buSzPts val="1100"/>
              <a:buFont typeface="Arial"/>
              <a:buNone/>
            </a:pPr>
            <a:r>
              <a:rPr lang="en-US">
                <a:latin typeface="Helvetica Neue"/>
                <a:ea typeface="Helvetica Neue"/>
                <a:cs typeface="Helvetica Neue"/>
                <a:sym typeface="Helvetica Neue"/>
              </a:rPr>
              <a:t>Identifies topic patterns</a:t>
            </a:r>
            <a:endParaRPr>
              <a:latin typeface="Helvetica Neue"/>
              <a:ea typeface="Helvetica Neue"/>
              <a:cs typeface="Helvetica Neue"/>
              <a:sym typeface="Helvetica Neue"/>
            </a:endParaRPr>
          </a:p>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313" name="Google Shape;313;p34"/>
          <p:cNvSpPr txBox="1"/>
          <p:nvPr/>
        </p:nvSpPr>
        <p:spPr>
          <a:xfrm>
            <a:off x="6702075" y="4026275"/>
            <a:ext cx="5991900" cy="2308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400"/>
              </a:spcBef>
              <a:spcAft>
                <a:spcPts val="0"/>
              </a:spcAft>
              <a:buNone/>
            </a:pPr>
            <a:r>
              <a:rPr b="1" lang="en-US" sz="1600">
                <a:solidFill>
                  <a:schemeClr val="dk1"/>
                </a:solidFill>
              </a:rPr>
              <a:t>Why NMF ?</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Works well with </a:t>
            </a:r>
            <a:r>
              <a:rPr b="1" lang="en-US" sz="1600">
                <a:solidFill>
                  <a:schemeClr val="dk1"/>
                </a:solidFill>
              </a:rPr>
              <a:t>TF-IDF features</a:t>
            </a:r>
            <a:endParaRPr b="1"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Produces </a:t>
            </a:r>
            <a:r>
              <a:rPr b="1" lang="en-US" sz="1600">
                <a:solidFill>
                  <a:schemeClr val="dk1"/>
                </a:solidFill>
              </a:rPr>
              <a:t>interpretable topics</a:t>
            </a:r>
            <a:endParaRPr b="1"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Groups articles based on </a:t>
            </a:r>
            <a:r>
              <a:rPr b="1" lang="en-US" sz="1600">
                <a:solidFill>
                  <a:schemeClr val="dk1"/>
                </a:solidFill>
              </a:rPr>
              <a:t>similar word patterns</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600">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sz="1600">
              <a:solidFill>
                <a:srgbClr val="767676"/>
              </a:solidFill>
              <a:latin typeface="Helvetica Neue"/>
              <a:ea typeface="Helvetica Neue"/>
              <a:cs typeface="Helvetica Neue"/>
              <a:sym typeface="Helvetica Neue"/>
            </a:endParaRPr>
          </a:p>
        </p:txBody>
      </p:sp>
      <p:sp>
        <p:nvSpPr>
          <p:cNvPr id="314" name="Google Shape;314;p34"/>
          <p:cNvSpPr txBox="1"/>
          <p:nvPr/>
        </p:nvSpPr>
        <p:spPr>
          <a:xfrm>
            <a:off x="349400" y="3567125"/>
            <a:ext cx="5238900" cy="3227100"/>
          </a:xfrm>
          <a:prstGeom prst="rect">
            <a:avLst/>
          </a:prstGeom>
          <a:noFill/>
          <a:ln>
            <a:noFill/>
          </a:ln>
        </p:spPr>
        <p:txBody>
          <a:bodyPr anchorCtr="0" anchor="t" bIns="91425" lIns="91425" spcFirstLastPara="1" rIns="91425" wrap="square" tIns="91425">
            <a:normAutofit fontScale="25000" lnSpcReduction="20000"/>
          </a:bodyPr>
          <a:lstStyle/>
          <a:p>
            <a:pPr indent="-342900" lvl="0" marL="457200" rtl="0" algn="l">
              <a:lnSpc>
                <a:spcPct val="115000"/>
              </a:lnSpc>
              <a:spcBef>
                <a:spcPts val="1200"/>
              </a:spcBef>
              <a:spcAft>
                <a:spcPts val="0"/>
              </a:spcAft>
              <a:buClr>
                <a:schemeClr val="accent1"/>
              </a:buClr>
              <a:buSzPct val="112500"/>
              <a:buFont typeface="Albert Sans"/>
              <a:buChar char="➔"/>
            </a:pPr>
            <a:r>
              <a:rPr b="1" lang="en-US" sz="6400">
                <a:solidFill>
                  <a:schemeClr val="dk1"/>
                </a:solidFill>
                <a:latin typeface="Albert Sans"/>
                <a:ea typeface="Albert Sans"/>
                <a:cs typeface="Albert Sans"/>
                <a:sym typeface="Albert Sans"/>
              </a:rPr>
              <a:t>Model Input</a:t>
            </a:r>
            <a:endParaRPr b="1" sz="6400">
              <a:solidFill>
                <a:schemeClr val="dk1"/>
              </a:solidFill>
              <a:latin typeface="Albert Sans"/>
              <a:ea typeface="Albert Sans"/>
              <a:cs typeface="Albert Sans"/>
              <a:sym typeface="Albert Sans"/>
            </a:endParaRPr>
          </a:p>
          <a:p>
            <a:pPr indent="-330200" lvl="0" marL="457200" rtl="0" algn="l">
              <a:lnSpc>
                <a:spcPct val="115000"/>
              </a:lnSpc>
              <a:spcBef>
                <a:spcPts val="0"/>
              </a:spcBef>
              <a:spcAft>
                <a:spcPts val="0"/>
              </a:spcAft>
              <a:buClr>
                <a:schemeClr val="dk1"/>
              </a:buClr>
              <a:buSzPct val="100000"/>
              <a:buFont typeface="Albert Sans"/>
              <a:buChar char="●"/>
            </a:pPr>
            <a:r>
              <a:rPr lang="en-US" sz="6400">
                <a:solidFill>
                  <a:schemeClr val="dk1"/>
                </a:solidFill>
                <a:latin typeface="Albert Sans"/>
                <a:ea typeface="Albert Sans"/>
                <a:cs typeface="Albert Sans"/>
                <a:sym typeface="Albert Sans"/>
              </a:rPr>
              <a:t>TF-IDF document-term matrix.</a:t>
            </a:r>
            <a:endParaRPr sz="6400">
              <a:solidFill>
                <a:schemeClr val="dk1"/>
              </a:solidFill>
              <a:latin typeface="Albert Sans"/>
              <a:ea typeface="Albert Sans"/>
              <a:cs typeface="Albert Sans"/>
              <a:sym typeface="Albert Sans"/>
            </a:endParaRPr>
          </a:p>
          <a:p>
            <a:pPr indent="0" lvl="0" marL="457200" rtl="0" algn="l">
              <a:lnSpc>
                <a:spcPct val="115000"/>
              </a:lnSpc>
              <a:spcBef>
                <a:spcPts val="1200"/>
              </a:spcBef>
              <a:spcAft>
                <a:spcPts val="0"/>
              </a:spcAft>
              <a:buNone/>
            </a:pPr>
            <a:r>
              <a:rPr b="1" lang="en-US" sz="6400">
                <a:solidFill>
                  <a:schemeClr val="dk1"/>
                </a:solidFill>
                <a:latin typeface="Albert Sans"/>
                <a:ea typeface="Albert Sans"/>
                <a:cs typeface="Albert Sans"/>
                <a:sym typeface="Albert Sans"/>
              </a:rPr>
              <a:t>Model Output</a:t>
            </a:r>
            <a:endParaRPr b="1" sz="6400">
              <a:solidFill>
                <a:schemeClr val="dk1"/>
              </a:solidFill>
              <a:latin typeface="Albert Sans"/>
              <a:ea typeface="Albert Sans"/>
              <a:cs typeface="Albert Sans"/>
              <a:sym typeface="Albert Sans"/>
            </a:endParaRPr>
          </a:p>
          <a:p>
            <a:pPr indent="-330200" lvl="0" marL="457200" rtl="0" algn="l">
              <a:lnSpc>
                <a:spcPct val="115000"/>
              </a:lnSpc>
              <a:spcBef>
                <a:spcPts val="1200"/>
              </a:spcBef>
              <a:spcAft>
                <a:spcPts val="0"/>
              </a:spcAft>
              <a:buSzPct val="100000"/>
              <a:buFont typeface="Albert Sans"/>
              <a:buChar char="●"/>
            </a:pPr>
            <a:r>
              <a:rPr lang="en-US" sz="6400">
                <a:solidFill>
                  <a:srgbClr val="188038"/>
                </a:solidFill>
                <a:latin typeface="Albert Sans"/>
                <a:ea typeface="Albert Sans"/>
                <a:cs typeface="Albert Sans"/>
                <a:sym typeface="Albert Sans"/>
              </a:rPr>
              <a:t>topic_id</a:t>
            </a:r>
            <a:r>
              <a:rPr lang="en-US" sz="6400">
                <a:solidFill>
                  <a:schemeClr val="dk1"/>
                </a:solidFill>
                <a:latin typeface="Albert Sans"/>
                <a:ea typeface="Albert Sans"/>
                <a:cs typeface="Albert Sans"/>
                <a:sym typeface="Albert Sans"/>
              </a:rPr>
              <a:t> — dominant topic assigned to each article</a:t>
            </a:r>
            <a:br>
              <a:rPr lang="en-US" sz="6400">
                <a:solidFill>
                  <a:schemeClr val="dk1"/>
                </a:solidFill>
                <a:latin typeface="Albert Sans"/>
                <a:ea typeface="Albert Sans"/>
                <a:cs typeface="Albert Sans"/>
                <a:sym typeface="Albert Sans"/>
              </a:rPr>
            </a:br>
            <a:r>
              <a:rPr lang="en-US" sz="6400">
                <a:solidFill>
                  <a:schemeClr val="dk1"/>
                </a:solidFill>
                <a:latin typeface="Albert Sans"/>
                <a:ea typeface="Albert Sans"/>
                <a:cs typeface="Albert Sans"/>
                <a:sym typeface="Albert Sans"/>
              </a:rPr>
              <a:t> </a:t>
            </a:r>
            <a:r>
              <a:rPr lang="en-US" sz="6400">
                <a:solidFill>
                  <a:srgbClr val="188038"/>
                </a:solidFill>
                <a:latin typeface="Albert Sans"/>
                <a:ea typeface="Albert Sans"/>
                <a:cs typeface="Albert Sans"/>
                <a:sym typeface="Albert Sans"/>
              </a:rPr>
              <a:t>topic_weight</a:t>
            </a:r>
            <a:r>
              <a:rPr lang="en-US" sz="6400">
                <a:solidFill>
                  <a:schemeClr val="dk1"/>
                </a:solidFill>
                <a:latin typeface="Albert Sans"/>
                <a:ea typeface="Albert Sans"/>
                <a:cs typeface="Albert Sans"/>
                <a:sym typeface="Albert Sans"/>
              </a:rPr>
              <a:t> — strength of that topic in the article.</a:t>
            </a:r>
            <a:endParaRPr sz="6400">
              <a:solidFill>
                <a:schemeClr val="dk1"/>
              </a:solidFill>
              <a:latin typeface="Albert Sans"/>
              <a:ea typeface="Albert Sans"/>
              <a:cs typeface="Albert Sans"/>
              <a:sym typeface="Albert Sans"/>
            </a:endParaRPr>
          </a:p>
          <a:p>
            <a:pPr indent="-342900" lvl="0" marL="457200" rtl="0" algn="l">
              <a:lnSpc>
                <a:spcPct val="115000"/>
              </a:lnSpc>
              <a:spcBef>
                <a:spcPts val="0"/>
              </a:spcBef>
              <a:spcAft>
                <a:spcPts val="0"/>
              </a:spcAft>
              <a:buClr>
                <a:schemeClr val="accent1"/>
              </a:buClr>
              <a:buSzPct val="112500"/>
              <a:buFont typeface="Albert Sans"/>
              <a:buChar char="➔"/>
            </a:pPr>
            <a:r>
              <a:rPr lang="en-US" sz="6400">
                <a:solidFill>
                  <a:schemeClr val="dk1"/>
                </a:solidFill>
                <a:latin typeface="Albert Sans"/>
                <a:ea typeface="Albert Sans"/>
                <a:cs typeface="Albert Sans"/>
                <a:sym typeface="Albert Sans"/>
              </a:rPr>
              <a:t>Each topic represents a </a:t>
            </a:r>
            <a:r>
              <a:rPr b="1" lang="en-US" sz="6400">
                <a:solidFill>
                  <a:schemeClr val="dk1"/>
                </a:solidFill>
                <a:latin typeface="Albert Sans"/>
                <a:ea typeface="Albert Sans"/>
                <a:cs typeface="Albert Sans"/>
                <a:sym typeface="Albert Sans"/>
              </a:rPr>
              <a:t>cluster of articles discussing similar themes related to AI.</a:t>
            </a:r>
            <a:endParaRPr b="1" sz="64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t/>
            </a:r>
            <a:endParaRPr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t/>
            </a:r>
            <a:endParaRPr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ct val="68750"/>
              <a:buFont typeface="Arial"/>
              <a:buNone/>
            </a:pPr>
            <a:r>
              <a:t/>
            </a:r>
            <a:endParaRPr sz="1600">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315" name="Google Shape;315;p34"/>
          <p:cNvSpPr/>
          <p:nvPr/>
        </p:nvSpPr>
        <p:spPr>
          <a:xfrm>
            <a:off x="9806275" y="2079850"/>
            <a:ext cx="2050200" cy="1451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a:p>
            <a:pPr indent="0" lvl="0" marL="0" rtl="0" algn="ctr">
              <a:spcBef>
                <a:spcPts val="0"/>
              </a:spcBef>
              <a:spcAft>
                <a:spcPts val="0"/>
              </a:spcAft>
              <a:buNone/>
            </a:pPr>
            <a:r>
              <a:rPr lang="en-US">
                <a:latin typeface="Helvetica Neue"/>
                <a:ea typeface="Helvetica Neue"/>
                <a:cs typeface="Helvetica Neue"/>
                <a:sym typeface="Helvetica Neue"/>
              </a:rPr>
              <a:t>Discovered Topics</a:t>
            </a:r>
            <a:endParaRPr>
              <a:latin typeface="Helvetica Neue"/>
              <a:ea typeface="Helvetica Neue"/>
              <a:cs typeface="Helvetica Neue"/>
              <a:sym typeface="Helvetica Neue"/>
            </a:endParaRPr>
          </a:p>
          <a:p>
            <a:pPr indent="0" lvl="0" marL="0" rtl="0" algn="ctr">
              <a:spcBef>
                <a:spcPts val="0"/>
              </a:spcBef>
              <a:spcAft>
                <a:spcPts val="0"/>
              </a:spcAft>
              <a:buNone/>
            </a:pPr>
            <a:r>
              <a:rPr lang="en-US">
                <a:latin typeface="Helvetica Neue"/>
                <a:ea typeface="Helvetica Neue"/>
                <a:cs typeface="Helvetica Neue"/>
                <a:sym typeface="Helvetica Neue"/>
              </a:rPr>
              <a:t>• Enterprise AI</a:t>
            </a:r>
            <a:endParaRPr>
              <a:latin typeface="Helvetica Neue"/>
              <a:ea typeface="Helvetica Neue"/>
              <a:cs typeface="Helvetica Neue"/>
              <a:sym typeface="Helvetica Neue"/>
            </a:endParaRPr>
          </a:p>
          <a:p>
            <a:pPr indent="0" lvl="0" marL="0" rtl="0" algn="ctr">
              <a:spcBef>
                <a:spcPts val="0"/>
              </a:spcBef>
              <a:spcAft>
                <a:spcPts val="0"/>
              </a:spcAft>
              <a:buNone/>
            </a:pPr>
            <a:r>
              <a:rPr lang="en-US">
                <a:latin typeface="Helvetica Neue"/>
                <a:ea typeface="Helvetica Neue"/>
                <a:cs typeface="Helvetica Neue"/>
                <a:sym typeface="Helvetica Neue"/>
              </a:rPr>
              <a:t>• AI Regulation</a:t>
            </a:r>
            <a:endParaRPr>
              <a:latin typeface="Helvetica Neue"/>
              <a:ea typeface="Helvetica Neue"/>
              <a:cs typeface="Helvetica Neue"/>
              <a:sym typeface="Helvetica Neue"/>
            </a:endParaRPr>
          </a:p>
          <a:p>
            <a:pPr indent="0" lvl="0" marL="0" rtl="0" algn="ctr">
              <a:spcBef>
                <a:spcPts val="0"/>
              </a:spcBef>
              <a:spcAft>
                <a:spcPts val="0"/>
              </a:spcAft>
              <a:buNone/>
            </a:pPr>
            <a:r>
              <a:rPr lang="en-US">
                <a:latin typeface="Helvetica Neue"/>
                <a:ea typeface="Helvetica Neue"/>
                <a:cs typeface="Helvetica Neue"/>
                <a:sym typeface="Helvetica Neue"/>
              </a:rPr>
              <a:t>• Healthcare AI</a:t>
            </a:r>
            <a:endParaRPr>
              <a:latin typeface="Helvetica Neue"/>
              <a:ea typeface="Helvetica Neue"/>
              <a:cs typeface="Helvetica Neue"/>
              <a:sym typeface="Helvetica Neue"/>
            </a:endParaRPr>
          </a:p>
          <a:p>
            <a:pPr indent="0" lvl="0" marL="0" rtl="0" algn="ctr">
              <a:spcBef>
                <a:spcPts val="0"/>
              </a:spcBef>
              <a:spcAft>
                <a:spcPts val="0"/>
              </a:spcAft>
              <a:buClr>
                <a:schemeClr val="dk1"/>
              </a:buClr>
              <a:buSzPts val="1100"/>
              <a:buFont typeface="Arial"/>
              <a:buNone/>
            </a:pPr>
            <a:r>
              <a:t/>
            </a:r>
            <a:endParaRPr>
              <a:latin typeface="Helvetica Neue"/>
              <a:ea typeface="Helvetica Neue"/>
              <a:cs typeface="Helvetica Neue"/>
              <a:sym typeface="Helvetica Neue"/>
            </a:endParaRPr>
          </a:p>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316" name="Google Shape;316;p34"/>
          <p:cNvSpPr/>
          <p:nvPr/>
        </p:nvSpPr>
        <p:spPr>
          <a:xfrm>
            <a:off x="6803150" y="4026275"/>
            <a:ext cx="296800" cy="455249"/>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accent1"/>
                </a:solidFill>
                <a:latin typeface="Arial"/>
              </a:rPr>
              <a:t>?</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5"/>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Topic Interpretation</a:t>
            </a:r>
            <a:endParaRPr/>
          </a:p>
        </p:txBody>
      </p:sp>
      <p:sp>
        <p:nvSpPr>
          <p:cNvPr id="322" name="Google Shape;322;p35"/>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323" name="Google Shape;323;p35"/>
          <p:cNvGraphicFramePr/>
          <p:nvPr/>
        </p:nvGraphicFramePr>
        <p:xfrm>
          <a:off x="317250" y="1821125"/>
          <a:ext cx="3000000" cy="3000000"/>
        </p:xfrm>
        <a:graphic>
          <a:graphicData uri="http://schemas.openxmlformats.org/drawingml/2006/table">
            <a:tbl>
              <a:tblPr>
                <a:noFill/>
                <a:tableStyleId>{B911A2B6-1278-4CAD-92BA-2E79AE645D98}</a:tableStyleId>
              </a:tblPr>
              <a:tblGrid>
                <a:gridCol w="860050"/>
                <a:gridCol w="7505450"/>
              </a:tblGrid>
              <a:tr h="381000">
                <a:tc>
                  <a:txBody>
                    <a:bodyPr/>
                    <a:lstStyle/>
                    <a:p>
                      <a:pPr indent="0" lvl="0" marL="0" rtl="0" algn="l">
                        <a:spcBef>
                          <a:spcPts val="0"/>
                        </a:spcBef>
                        <a:spcAft>
                          <a:spcPts val="0"/>
                        </a:spcAft>
                        <a:buNone/>
                      </a:pPr>
                      <a:r>
                        <a:rPr b="1" lang="en-US">
                          <a:latin typeface="Albert Sans"/>
                          <a:ea typeface="Albert Sans"/>
                          <a:cs typeface="Albert Sans"/>
                          <a:sym typeface="Albert Sans"/>
                        </a:rPr>
                        <a:t>Topic </a:t>
                      </a:r>
                      <a:endParaRPr b="1">
                        <a:latin typeface="Albert Sans"/>
                        <a:ea typeface="Albert Sans"/>
                        <a:cs typeface="Albert Sans"/>
                        <a:sym typeface="Albert Sans"/>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a:latin typeface="Albert Sans"/>
                          <a:ea typeface="Albert Sans"/>
                          <a:cs typeface="Albert Sans"/>
                          <a:sym typeface="Albert Sans"/>
                        </a:rPr>
                        <a:t>Label</a:t>
                      </a:r>
                      <a:endParaRPr b="1">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Albert Sans"/>
                          <a:ea typeface="Albert Sans"/>
                          <a:cs typeface="Albert Sans"/>
                          <a:sym typeface="Albert Sans"/>
                        </a:rPr>
                        <a:t>Topic 0</a:t>
                      </a:r>
                      <a:endParaRPr>
                        <a:latin typeface="Albert Sans"/>
                        <a:ea typeface="Albert Sans"/>
                        <a:cs typeface="Albert Sans"/>
                        <a:sym typeface="Albert Sans"/>
                      </a:endParaRPr>
                    </a:p>
                  </a:txBody>
                  <a:tcPr marT="91425" marB="91425" marR="91425" marL="91425">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Albert Sans"/>
                          <a:ea typeface="Albert Sans"/>
                          <a:cs typeface="Albert Sans"/>
                          <a:sym typeface="Albert Sans"/>
                        </a:rPr>
                        <a:t>AI Policy, Regulation &amp; Public Opinion</a:t>
                      </a:r>
                      <a:endParaRPr>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Albert Sans"/>
                          <a:ea typeface="Albert Sans"/>
                          <a:cs typeface="Albert Sans"/>
                          <a:sym typeface="Albert Sans"/>
                        </a:rPr>
                        <a:t>Topic 1</a:t>
                      </a:r>
                      <a:endParaRPr>
                        <a:latin typeface="Albert Sans"/>
                        <a:ea typeface="Albert Sans"/>
                        <a:cs typeface="Albert Sans"/>
                        <a:sym typeface="Albert Sans"/>
                      </a:endParaRPr>
                    </a:p>
                  </a:txBody>
                  <a:tcPr marT="91425" marB="91425" marR="91425" marL="91425">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Albert Sans"/>
                          <a:ea typeface="Albert Sans"/>
                          <a:cs typeface="Albert Sans"/>
                          <a:sym typeface="Albert Sans"/>
                        </a:rPr>
                        <a:t>AI in Healthcare &amp; Compliance</a:t>
                      </a:r>
                      <a:endParaRPr>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Albert Sans"/>
                          <a:ea typeface="Albert Sans"/>
                          <a:cs typeface="Albert Sans"/>
                          <a:sym typeface="Albert Sans"/>
                        </a:rPr>
                        <a:t>Topic 2</a:t>
                      </a:r>
                      <a:endParaRPr>
                        <a:latin typeface="Albert Sans"/>
                        <a:ea typeface="Albert Sans"/>
                        <a:cs typeface="Albert Sans"/>
                        <a:sym typeface="Albert Sans"/>
                      </a:endParaRPr>
                    </a:p>
                  </a:txBody>
                  <a:tcPr marT="91425" marB="91425" marR="91425" marL="91425">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rPr lang="en-US">
                          <a:latin typeface="Albert Sans"/>
                          <a:ea typeface="Albert Sans"/>
                          <a:cs typeface="Albert Sans"/>
                          <a:sym typeface="Albert Sans"/>
                        </a:rPr>
                        <a:t>Enterprise AI Platforms </a:t>
                      </a:r>
                      <a:endParaRPr>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tcPr>
                </a:tc>
              </a:tr>
              <a:tr h="381000">
                <a:tc>
                  <a:txBody>
                    <a:bodyPr/>
                    <a:lstStyle/>
                    <a:p>
                      <a:pPr indent="0" lvl="0" marL="0" rtl="0" algn="l">
                        <a:spcBef>
                          <a:spcPts val="0"/>
                        </a:spcBef>
                        <a:spcAft>
                          <a:spcPts val="0"/>
                        </a:spcAft>
                        <a:buNone/>
                      </a:pPr>
                      <a:r>
                        <a:rPr lang="en-US">
                          <a:latin typeface="Albert Sans"/>
                          <a:ea typeface="Albert Sans"/>
                          <a:cs typeface="Albert Sans"/>
                          <a:sym typeface="Albert Sans"/>
                        </a:rPr>
                        <a:t>Topic 3</a:t>
                      </a:r>
                      <a:endParaRPr>
                        <a:latin typeface="Albert Sans"/>
                        <a:ea typeface="Albert Sans"/>
                        <a:cs typeface="Albert Sans"/>
                        <a:sym typeface="Albert Sans"/>
                      </a:endParaRPr>
                    </a:p>
                  </a:txBody>
                  <a:tcPr marT="91425" marB="91425" marR="91425" marL="91425">
                    <a:lnR cap="flat" cmpd="sng" w="9525">
                      <a:solidFill>
                        <a:schemeClr val="dk1"/>
                      </a:solidFill>
                      <a:prstDash val="solid"/>
                      <a:round/>
                      <a:headEnd len="sm" w="sm" type="none"/>
                      <a:tailEnd len="sm" w="sm" type="none"/>
                    </a:lnR>
                    <a:lnB cap="flat" cmpd="sng" w="9525">
                      <a:solidFill>
                        <a:srgbClr val="A6A6A6"/>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highlight>
                            <a:schemeClr val="lt1"/>
                          </a:highlight>
                          <a:latin typeface="Albert Sans"/>
                          <a:ea typeface="Albert Sans"/>
                          <a:cs typeface="Albert Sans"/>
                          <a:sym typeface="Albert Sans"/>
                        </a:rPr>
                        <a:t>AI Stocks &amp; Market Investing</a:t>
                      </a:r>
                      <a:endParaRPr>
                        <a:solidFill>
                          <a:schemeClr val="dk1"/>
                        </a:solidFill>
                        <a:highlight>
                          <a:schemeClr val="lt1"/>
                        </a:highlight>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B cap="flat" cmpd="sng" w="9525">
                      <a:solidFill>
                        <a:srgbClr val="A6A6A6"/>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Albert Sans"/>
                          <a:ea typeface="Albert Sans"/>
                          <a:cs typeface="Albert Sans"/>
                          <a:sym typeface="Albert Sans"/>
                        </a:rPr>
                        <a:t>Topic</a:t>
                      </a:r>
                      <a:r>
                        <a:rPr lang="en-US">
                          <a:latin typeface="Albert Sans"/>
                          <a:ea typeface="Albert Sans"/>
                          <a:cs typeface="Albert Sans"/>
                          <a:sym typeface="Albert Sans"/>
                        </a:rPr>
                        <a:t> 4</a:t>
                      </a:r>
                      <a:endParaRPr>
                        <a:latin typeface="Albert Sans"/>
                        <a:ea typeface="Albert Sans"/>
                        <a:cs typeface="Albert Sans"/>
                        <a:sym typeface="Albert Sans"/>
                      </a:endParaRPr>
                    </a:p>
                  </a:txBody>
                  <a:tcPr marT="91425" marB="91425" marR="91425" marL="91425">
                    <a:lnR cap="flat" cmpd="sng" w="9525">
                      <a:solidFill>
                        <a:schemeClr val="dk1"/>
                      </a:solidFill>
                      <a:prstDash val="solid"/>
                      <a:round/>
                      <a:headEnd len="sm" w="sm" type="none"/>
                      <a:tailEnd len="sm" w="sm" type="none"/>
                    </a:lnR>
                    <a:lnT cap="flat" cmpd="sng" w="9525">
                      <a:solidFill>
                        <a:srgbClr val="A6A6A6"/>
                      </a:solidFill>
                      <a:prstDash val="solid"/>
                      <a:round/>
                      <a:headEnd len="sm" w="sm" type="none"/>
                      <a:tailEnd len="sm" w="sm" type="none"/>
                    </a:lnT>
                    <a:lnB cap="flat" cmpd="sng" w="9525">
                      <a:solidFill>
                        <a:srgbClr val="A6A6A6"/>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Albert Sans"/>
                          <a:ea typeface="Albert Sans"/>
                          <a:cs typeface="Albert Sans"/>
                          <a:sym typeface="Albert Sans"/>
                        </a:rPr>
                        <a:t>AI Startups &amp; Product Launches (Press Releases)</a:t>
                      </a:r>
                      <a:endParaRPr>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T cap="flat" cmpd="sng" w="9525">
                      <a:solidFill>
                        <a:srgbClr val="A6A6A6"/>
                      </a:solidFill>
                      <a:prstDash val="solid"/>
                      <a:round/>
                      <a:headEnd len="sm" w="sm" type="none"/>
                      <a:tailEnd len="sm" w="sm" type="none"/>
                    </a:lnT>
                    <a:lnB cap="flat" cmpd="sng" w="9525">
                      <a:solidFill>
                        <a:srgbClr val="A6A6A6"/>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Albert Sans"/>
                          <a:ea typeface="Albert Sans"/>
                          <a:cs typeface="Albert Sans"/>
                          <a:sym typeface="Albert Sans"/>
                        </a:rPr>
                        <a:t>Topic 5</a:t>
                      </a:r>
                      <a:endParaRPr>
                        <a:latin typeface="Albert Sans"/>
                        <a:ea typeface="Albert Sans"/>
                        <a:cs typeface="Albert Sans"/>
                        <a:sym typeface="Albert Sans"/>
                      </a:endParaRPr>
                    </a:p>
                  </a:txBody>
                  <a:tcPr marT="91425" marB="91425" marR="91425" marL="91425">
                    <a:lnR cap="flat" cmpd="sng" w="9525">
                      <a:solidFill>
                        <a:schemeClr val="dk1"/>
                      </a:solidFill>
                      <a:prstDash val="solid"/>
                      <a:round/>
                      <a:headEnd len="sm" w="sm" type="none"/>
                      <a:tailEnd len="sm" w="sm" type="none"/>
                    </a:lnR>
                    <a:lnT cap="flat" cmpd="sng" w="9525">
                      <a:solidFill>
                        <a:srgbClr val="A6A6A6"/>
                      </a:solidFill>
                      <a:prstDash val="solid"/>
                      <a:round/>
                      <a:headEnd len="sm" w="sm" type="none"/>
                      <a:tailEnd len="sm" w="sm" type="none"/>
                    </a:lnT>
                    <a:lnB cap="flat" cmpd="sng" w="9525">
                      <a:solidFill>
                        <a:srgbClr val="A6A6A6"/>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Albert Sans"/>
                          <a:ea typeface="Albert Sans"/>
                          <a:cs typeface="Albert Sans"/>
                          <a:sym typeface="Albert Sans"/>
                        </a:rPr>
                        <a:t>Global AI Business &amp; Impact Narratives ( Asia/India, Bubble Fears, Risk)</a:t>
                      </a:r>
                      <a:endParaRPr>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T cap="flat" cmpd="sng" w="9525">
                      <a:solidFill>
                        <a:srgbClr val="A6A6A6"/>
                      </a:solidFill>
                      <a:prstDash val="solid"/>
                      <a:round/>
                      <a:headEnd len="sm" w="sm" type="none"/>
                      <a:tailEnd len="sm" w="sm" type="none"/>
                    </a:lnT>
                    <a:lnB cap="flat" cmpd="sng" w="9525">
                      <a:solidFill>
                        <a:srgbClr val="A6A6A6"/>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Albert Sans"/>
                          <a:ea typeface="Albert Sans"/>
                          <a:cs typeface="Albert Sans"/>
                          <a:sym typeface="Albert Sans"/>
                        </a:rPr>
                        <a:t>Topic 6</a:t>
                      </a:r>
                      <a:endParaRPr>
                        <a:latin typeface="Albert Sans"/>
                        <a:ea typeface="Albert Sans"/>
                        <a:cs typeface="Albert Sans"/>
                        <a:sym typeface="Albert Sans"/>
                      </a:endParaRPr>
                    </a:p>
                  </a:txBody>
                  <a:tcPr marT="91425" marB="91425" marR="91425" marL="91425">
                    <a:lnL cap="flat" cmpd="sng" w="9525">
                      <a:solidFill>
                        <a:srgbClr val="A6A6A6"/>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A6A6A6"/>
                      </a:solidFill>
                      <a:prstDash val="solid"/>
                      <a:round/>
                      <a:headEnd len="sm" w="sm" type="none"/>
                      <a:tailEnd len="sm" w="sm" type="none"/>
                    </a:lnT>
                    <a:lnB cap="flat" cmpd="sng" w="9525">
                      <a:solidFill>
                        <a:srgbClr val="A6A6A6"/>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Albert Sans"/>
                          <a:ea typeface="Albert Sans"/>
                          <a:cs typeface="Albert Sans"/>
                          <a:sym typeface="Albert Sans"/>
                        </a:rPr>
                        <a:t>Big Tech GenAI Products (Apple/Google/Gemini/ChatGPT)</a:t>
                      </a:r>
                      <a:endParaRPr>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rgbClr val="A6A6A6"/>
                      </a:solidFill>
                      <a:prstDash val="solid"/>
                      <a:round/>
                      <a:headEnd len="sm" w="sm" type="none"/>
                      <a:tailEnd len="sm" w="sm" type="none"/>
                    </a:lnR>
                    <a:lnT cap="flat" cmpd="sng" w="9525">
                      <a:solidFill>
                        <a:srgbClr val="A6A6A6"/>
                      </a:solidFill>
                      <a:prstDash val="solid"/>
                      <a:round/>
                      <a:headEnd len="sm" w="sm" type="none"/>
                      <a:tailEnd len="sm" w="sm" type="none"/>
                    </a:lnT>
                    <a:lnB cap="flat" cmpd="sng" w="9525">
                      <a:solidFill>
                        <a:srgbClr val="A6A6A6"/>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latin typeface="Albert Sans"/>
                          <a:ea typeface="Albert Sans"/>
                          <a:cs typeface="Albert Sans"/>
                          <a:sym typeface="Albert Sans"/>
                        </a:rPr>
                        <a:t>Topic 7</a:t>
                      </a:r>
                      <a:endParaRPr>
                        <a:latin typeface="Albert Sans"/>
                        <a:ea typeface="Albert Sans"/>
                        <a:cs typeface="Albert Sans"/>
                        <a:sym typeface="Albert Sans"/>
                      </a:endParaRPr>
                    </a:p>
                  </a:txBody>
                  <a:tcPr marT="91425" marB="91425" marR="91425" marL="91425">
                    <a:lnR cap="flat" cmpd="sng" w="9525">
                      <a:solidFill>
                        <a:schemeClr val="dk1"/>
                      </a:solidFill>
                      <a:prstDash val="solid"/>
                      <a:round/>
                      <a:headEnd len="sm" w="sm" type="none"/>
                      <a:tailEnd len="sm" w="sm" type="none"/>
                    </a:lnR>
                    <a:lnT cap="flat" cmpd="sng" w="9525">
                      <a:solidFill>
                        <a:srgbClr val="A6A6A6"/>
                      </a:solidFill>
                      <a:prstDash val="solid"/>
                      <a:round/>
                      <a:headEnd len="sm" w="sm" type="none"/>
                      <a:tailEnd len="sm" w="sm" type="none"/>
                    </a:lnT>
                  </a:tcPr>
                </a:tc>
                <a:tc>
                  <a:txBody>
                    <a:bodyPr/>
                    <a:lstStyle/>
                    <a:p>
                      <a:pPr indent="0" lvl="0" marL="0" rtl="0" algn="l">
                        <a:spcBef>
                          <a:spcPts val="0"/>
                        </a:spcBef>
                        <a:spcAft>
                          <a:spcPts val="0"/>
                        </a:spcAft>
                        <a:buNone/>
                      </a:pPr>
                      <a:r>
                        <a:rPr lang="en-US">
                          <a:latin typeface="Albert Sans"/>
                          <a:ea typeface="Albert Sans"/>
                          <a:cs typeface="Albert Sans"/>
                          <a:sym typeface="Albert Sans"/>
                        </a:rPr>
                        <a:t>Enterprise Adoption &amp; Digital Transformation (Deployments/Innovation)</a:t>
                      </a:r>
                      <a:endParaRPr>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T cap="flat" cmpd="sng" w="9525">
                      <a:solidFill>
                        <a:srgbClr val="A6A6A6"/>
                      </a:solidFill>
                      <a:prstDash val="solid"/>
                      <a:round/>
                      <a:headEnd len="sm" w="sm" type="none"/>
                      <a:tailEnd len="sm" w="sm" type="none"/>
                    </a:lnT>
                  </a:tcPr>
                </a:tc>
              </a:tr>
              <a:tr h="381000">
                <a:tc>
                  <a:txBody>
                    <a:bodyPr/>
                    <a:lstStyle/>
                    <a:p>
                      <a:pPr indent="0" lvl="0" marL="0" rtl="0" algn="l">
                        <a:spcBef>
                          <a:spcPts val="0"/>
                        </a:spcBef>
                        <a:spcAft>
                          <a:spcPts val="0"/>
                        </a:spcAft>
                        <a:buNone/>
                      </a:pPr>
                      <a:r>
                        <a:rPr lang="en-US">
                          <a:latin typeface="Albert Sans"/>
                          <a:ea typeface="Albert Sans"/>
                          <a:cs typeface="Albert Sans"/>
                          <a:sym typeface="Albert Sans"/>
                        </a:rPr>
                        <a:t>Topic 8</a:t>
                      </a:r>
                      <a:endParaRPr>
                        <a:latin typeface="Albert Sans"/>
                        <a:ea typeface="Albert Sans"/>
                        <a:cs typeface="Albert Sans"/>
                        <a:sym typeface="Albert Sans"/>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latin typeface="Albert Sans"/>
                          <a:ea typeface="Albert Sans"/>
                          <a:cs typeface="Albert Sans"/>
                          <a:sym typeface="Albert Sans"/>
                        </a:rPr>
                        <a:t>Noise (Currency Conversion / Spam) - DROP</a:t>
                      </a:r>
                      <a:endParaRPr>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tcPr>
                </a:tc>
              </a:tr>
              <a:tr h="381000">
                <a:tc>
                  <a:txBody>
                    <a:bodyPr/>
                    <a:lstStyle/>
                    <a:p>
                      <a:pPr indent="0" lvl="0" marL="0" rtl="0" algn="l">
                        <a:spcBef>
                          <a:spcPts val="0"/>
                        </a:spcBef>
                        <a:spcAft>
                          <a:spcPts val="0"/>
                        </a:spcAft>
                        <a:buNone/>
                      </a:pPr>
                      <a:r>
                        <a:rPr lang="en-US">
                          <a:latin typeface="Albert Sans"/>
                          <a:ea typeface="Albert Sans"/>
                          <a:cs typeface="Albert Sans"/>
                          <a:sym typeface="Albert Sans"/>
                        </a:rPr>
                        <a:t>Topic 9</a:t>
                      </a:r>
                      <a:endParaRPr>
                        <a:latin typeface="Albert Sans"/>
                        <a:ea typeface="Albert Sans"/>
                        <a:cs typeface="Albert Sans"/>
                        <a:sym typeface="Albert Sans"/>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latin typeface="Albert Sans"/>
                          <a:ea typeface="Albert Sans"/>
                          <a:cs typeface="Albert Sans"/>
                          <a:sym typeface="Albert Sans"/>
                        </a:rPr>
                        <a:t>OpenAI/ Microsoft Leadership &amp; Company News</a:t>
                      </a:r>
                      <a:endParaRPr>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tcPr>
                </a:tc>
              </a:tr>
            </a:tbl>
          </a:graphicData>
        </a:graphic>
      </p:graphicFrame>
      <p:sp>
        <p:nvSpPr>
          <p:cNvPr id="324" name="Google Shape;324;p35"/>
          <p:cNvSpPr txBox="1"/>
          <p:nvPr/>
        </p:nvSpPr>
        <p:spPr>
          <a:xfrm>
            <a:off x="172900" y="1390600"/>
            <a:ext cx="8365500" cy="64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latin typeface="Albert Sans"/>
                <a:ea typeface="Albert Sans"/>
                <a:cs typeface="Albert Sans"/>
                <a:sym typeface="Albert Sans"/>
              </a:rPr>
              <a:t>Top words from each NMF topic were examined to assign interpretable topic labels.</a:t>
            </a:r>
            <a:endParaRPr sz="1600">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325" name="Google Shape;325;p35"/>
          <p:cNvSpPr txBox="1"/>
          <p:nvPr/>
        </p:nvSpPr>
        <p:spPr>
          <a:xfrm>
            <a:off x="0" y="6335525"/>
            <a:ext cx="8460600" cy="10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326" name="Google Shape;326;p35"/>
          <p:cNvSpPr txBox="1"/>
          <p:nvPr/>
        </p:nvSpPr>
        <p:spPr>
          <a:xfrm>
            <a:off x="9069875" y="1810500"/>
            <a:ext cx="2411100" cy="416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Albert Sans"/>
                <a:ea typeface="Albert Sans"/>
                <a:cs typeface="Albert Sans"/>
                <a:sym typeface="Albert Sans"/>
              </a:rPr>
              <a:t>Topic labels were assigned by examining the top weighted keywords from each NMF topic.</a:t>
            </a:r>
            <a:endParaRPr sz="2400">
              <a:solidFill>
                <a:schemeClr val="dk1"/>
              </a:solidFill>
              <a:latin typeface="Albert Sans"/>
              <a:ea typeface="Albert Sans"/>
              <a:cs typeface="Albert Sans"/>
              <a:sym typeface="Albert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6"/>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Entity Extraction</a:t>
            </a:r>
            <a:endParaRPr/>
          </a:p>
        </p:txBody>
      </p:sp>
      <p:sp>
        <p:nvSpPr>
          <p:cNvPr id="332" name="Google Shape;332;p36"/>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3" name="Google Shape;333;p36"/>
          <p:cNvSpPr txBox="1"/>
          <p:nvPr/>
        </p:nvSpPr>
        <p:spPr>
          <a:xfrm>
            <a:off x="483000" y="1312750"/>
            <a:ext cx="10870800" cy="399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To identify companies and technologies mentioned in the articles, I applied </a:t>
            </a:r>
            <a:r>
              <a:rPr b="1" lang="en-US">
                <a:solidFill>
                  <a:schemeClr val="dk1"/>
                </a:solidFill>
                <a:latin typeface="Albert Sans"/>
                <a:ea typeface="Albert Sans"/>
                <a:cs typeface="Albert Sans"/>
                <a:sym typeface="Albert Sans"/>
              </a:rPr>
              <a:t>Named Entity Recognition (NER)</a:t>
            </a:r>
            <a:r>
              <a:rPr lang="en-US">
                <a:solidFill>
                  <a:schemeClr val="dk1"/>
                </a:solidFill>
                <a:latin typeface="Albert Sans"/>
                <a:ea typeface="Albert Sans"/>
                <a:cs typeface="Albert Sans"/>
                <a:sym typeface="Albert Sans"/>
              </a:rPr>
              <a:t> using the </a:t>
            </a:r>
            <a:r>
              <a:rPr b="1" lang="en-US">
                <a:solidFill>
                  <a:schemeClr val="dk1"/>
                </a:solidFill>
                <a:latin typeface="Albert Sans"/>
                <a:ea typeface="Albert Sans"/>
                <a:cs typeface="Albert Sans"/>
                <a:sym typeface="Albert Sans"/>
              </a:rPr>
              <a:t>spaCy NLP library</a:t>
            </a:r>
            <a:r>
              <a:rPr lang="en-US">
                <a:solidFill>
                  <a:schemeClr val="dk1"/>
                </a:solidFill>
                <a:latin typeface="Albert Sans"/>
                <a:ea typeface="Albert Sans"/>
                <a:cs typeface="Albert Sans"/>
                <a:sym typeface="Albert Sans"/>
              </a:rPr>
              <a:t>.</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Entities extracted:</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a:t>
            </a:r>
            <a:r>
              <a:rPr lang="en-US">
                <a:solidFill>
                  <a:srgbClr val="188038"/>
                </a:solidFill>
                <a:latin typeface="Albert Sans"/>
                <a:ea typeface="Albert Sans"/>
                <a:cs typeface="Albert Sans"/>
                <a:sym typeface="Albert Sans"/>
              </a:rPr>
              <a:t>org_entities</a:t>
            </a:r>
            <a:r>
              <a:rPr lang="en-US">
                <a:solidFill>
                  <a:schemeClr val="dk1"/>
                </a:solidFill>
                <a:latin typeface="Albert Sans"/>
                <a:ea typeface="Albert Sans"/>
                <a:cs typeface="Albert Sans"/>
                <a:sym typeface="Albert Sans"/>
              </a:rPr>
              <a:t> — organizations and companies</a:t>
            </a:r>
            <a:br>
              <a:rPr lang="en-US">
                <a:solidFill>
                  <a:schemeClr val="dk1"/>
                </a:solidFill>
                <a:latin typeface="Albert Sans"/>
                <a:ea typeface="Albert Sans"/>
                <a:cs typeface="Albert Sans"/>
                <a:sym typeface="Albert Sans"/>
              </a:rPr>
            </a:br>
            <a:r>
              <a:rPr lang="en-US">
                <a:solidFill>
                  <a:schemeClr val="dk1"/>
                </a:solidFill>
                <a:latin typeface="Albert Sans"/>
                <a:ea typeface="Albert Sans"/>
                <a:cs typeface="Albert Sans"/>
                <a:sym typeface="Albert Sans"/>
              </a:rPr>
              <a:t> • </a:t>
            </a:r>
            <a:r>
              <a:rPr lang="en-US">
                <a:solidFill>
                  <a:srgbClr val="188038"/>
                </a:solidFill>
                <a:latin typeface="Albert Sans"/>
                <a:ea typeface="Albert Sans"/>
                <a:cs typeface="Albert Sans"/>
                <a:sym typeface="Albert Sans"/>
              </a:rPr>
              <a:t>product_entities</a:t>
            </a:r>
            <a:r>
              <a:rPr lang="en-US">
                <a:solidFill>
                  <a:schemeClr val="dk1"/>
                </a:solidFill>
                <a:latin typeface="Albert Sans"/>
                <a:ea typeface="Albert Sans"/>
                <a:cs typeface="Albert Sans"/>
                <a:sym typeface="Albert Sans"/>
              </a:rPr>
              <a:t> — technologies and AI products</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Albert Sans"/>
                <a:ea typeface="Albert Sans"/>
                <a:cs typeface="Albert Sans"/>
                <a:sym typeface="Albert Sans"/>
              </a:rPr>
              <a:t>Purpose</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Entity extraction allows us to:</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a:solidFill>
                  <a:schemeClr val="dk1"/>
                </a:solidFill>
                <a:latin typeface="Albert Sans"/>
                <a:ea typeface="Albert Sans"/>
                <a:cs typeface="Albert Sans"/>
                <a:sym typeface="Albert Sans"/>
              </a:rPr>
              <a:t>• Identify </a:t>
            </a:r>
            <a:r>
              <a:rPr b="1" lang="en-US">
                <a:solidFill>
                  <a:schemeClr val="dk1"/>
                </a:solidFill>
                <a:latin typeface="Albert Sans"/>
                <a:ea typeface="Albert Sans"/>
                <a:cs typeface="Albert Sans"/>
                <a:sym typeface="Albert Sans"/>
              </a:rPr>
              <a:t>which companies are most frequently associated with AI developments</a:t>
            </a:r>
            <a:br>
              <a:rPr b="1" lang="en-US">
                <a:solidFill>
                  <a:schemeClr val="dk1"/>
                </a:solidFill>
                <a:latin typeface="Albert Sans"/>
                <a:ea typeface="Albert Sans"/>
                <a:cs typeface="Albert Sans"/>
                <a:sym typeface="Albert Sans"/>
              </a:rPr>
            </a:br>
            <a:r>
              <a:rPr lang="en-US">
                <a:solidFill>
                  <a:schemeClr val="dk1"/>
                </a:solidFill>
                <a:latin typeface="Albert Sans"/>
                <a:ea typeface="Albert Sans"/>
                <a:cs typeface="Albert Sans"/>
                <a:sym typeface="Albert Sans"/>
              </a:rPr>
              <a:t> • Link companies to </a:t>
            </a:r>
            <a:r>
              <a:rPr b="1" lang="en-US">
                <a:solidFill>
                  <a:schemeClr val="dk1"/>
                </a:solidFill>
                <a:latin typeface="Albert Sans"/>
                <a:ea typeface="Albert Sans"/>
                <a:cs typeface="Albert Sans"/>
                <a:sym typeface="Albert Sans"/>
              </a:rPr>
              <a:t>specific AI topics and sentiment patterns</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Albert Sans"/>
                <a:ea typeface="Albert Sans"/>
                <a:cs typeface="Albert Sans"/>
                <a:sym typeface="Albert Sans"/>
              </a:rPr>
              <a:t>Example Entities Detected</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Examples of organizations frequently mentioned:</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Microsoft</a:t>
            </a:r>
            <a:br>
              <a:rPr lang="en-US">
                <a:solidFill>
                  <a:schemeClr val="dk1"/>
                </a:solidFill>
                <a:latin typeface="Albert Sans"/>
                <a:ea typeface="Albert Sans"/>
                <a:cs typeface="Albert Sans"/>
                <a:sym typeface="Albert Sans"/>
              </a:rPr>
            </a:br>
            <a:r>
              <a:rPr lang="en-US">
                <a:solidFill>
                  <a:schemeClr val="dk1"/>
                </a:solidFill>
                <a:latin typeface="Albert Sans"/>
                <a:ea typeface="Albert Sans"/>
                <a:cs typeface="Albert Sans"/>
                <a:sym typeface="Albert Sans"/>
              </a:rPr>
              <a:t> • Google</a:t>
            </a:r>
            <a:br>
              <a:rPr lang="en-US">
                <a:solidFill>
                  <a:schemeClr val="dk1"/>
                </a:solidFill>
                <a:latin typeface="Albert Sans"/>
                <a:ea typeface="Albert Sans"/>
                <a:cs typeface="Albert Sans"/>
                <a:sym typeface="Albert Sans"/>
              </a:rPr>
            </a:br>
            <a:r>
              <a:rPr lang="en-US">
                <a:solidFill>
                  <a:schemeClr val="dk1"/>
                </a:solidFill>
                <a:latin typeface="Albert Sans"/>
                <a:ea typeface="Albert Sans"/>
                <a:cs typeface="Albert Sans"/>
                <a:sym typeface="Albert Sans"/>
              </a:rPr>
              <a:t> • Nvidia</a:t>
            </a:r>
            <a:br>
              <a:rPr lang="en-US">
                <a:solidFill>
                  <a:schemeClr val="dk1"/>
                </a:solidFill>
                <a:latin typeface="Albert Sans"/>
                <a:ea typeface="Albert Sans"/>
                <a:cs typeface="Albert Sans"/>
                <a:sym typeface="Albert Sans"/>
              </a:rPr>
            </a:br>
            <a:r>
              <a:rPr lang="en-US">
                <a:solidFill>
                  <a:schemeClr val="dk1"/>
                </a:solidFill>
                <a:latin typeface="Albert Sans"/>
                <a:ea typeface="Albert Sans"/>
                <a:cs typeface="Albert Sans"/>
                <a:sym typeface="Albert Sans"/>
              </a:rPr>
              <a:t> • Amazon</a:t>
            </a:r>
            <a:br>
              <a:rPr lang="en-US">
                <a:solidFill>
                  <a:schemeClr val="dk1"/>
                </a:solidFill>
                <a:latin typeface="Albert Sans"/>
                <a:ea typeface="Albert Sans"/>
                <a:cs typeface="Albert Sans"/>
                <a:sym typeface="Albert Sans"/>
              </a:rPr>
            </a:br>
            <a:r>
              <a:rPr lang="en-US">
                <a:solidFill>
                  <a:schemeClr val="dk1"/>
                </a:solidFill>
                <a:latin typeface="Albert Sans"/>
                <a:ea typeface="Albert Sans"/>
                <a:cs typeface="Albert Sans"/>
                <a:sym typeface="Albert Sans"/>
              </a:rPr>
              <a:t> • OpenAI</a:t>
            </a:r>
            <a:endParaRPr>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a:solidFill>
                <a:srgbClr val="767676"/>
              </a:solidFill>
              <a:latin typeface="Albert Sans"/>
              <a:ea typeface="Albert Sans"/>
              <a:cs typeface="Albert Sans"/>
              <a:sym typeface="Albert Sans"/>
            </a:endParaRPr>
          </a:p>
        </p:txBody>
      </p:sp>
      <p:sp>
        <p:nvSpPr>
          <p:cNvPr id="334" name="Google Shape;334;p36"/>
          <p:cNvSpPr txBox="1"/>
          <p:nvPr/>
        </p:nvSpPr>
        <p:spPr>
          <a:xfrm>
            <a:off x="1793175" y="5405550"/>
            <a:ext cx="3984900" cy="72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These companies appear frequently in discussions of </a:t>
            </a:r>
            <a:r>
              <a:rPr b="1" lang="en-US">
                <a:solidFill>
                  <a:schemeClr val="dk1"/>
                </a:solidFill>
                <a:latin typeface="Albert Sans"/>
                <a:ea typeface="Albert Sans"/>
                <a:cs typeface="Albert Sans"/>
                <a:sym typeface="Albert Sans"/>
              </a:rPr>
              <a:t>AI development and adoption.</a:t>
            </a:r>
            <a:endParaRPr b="1">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7"/>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Most Mentioned Companies</a:t>
            </a:r>
            <a:endParaRPr/>
          </a:p>
        </p:txBody>
      </p:sp>
      <p:sp>
        <p:nvSpPr>
          <p:cNvPr id="340" name="Google Shape;340;p37"/>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1" name="Google Shape;341;p37"/>
          <p:cNvSpPr txBox="1"/>
          <p:nvPr/>
        </p:nvSpPr>
        <p:spPr>
          <a:xfrm>
            <a:off x="482900" y="1591825"/>
            <a:ext cx="10671600" cy="42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342" name="Google Shape;342;p37"/>
          <p:cNvSpPr txBox="1"/>
          <p:nvPr/>
        </p:nvSpPr>
        <p:spPr>
          <a:xfrm>
            <a:off x="721375" y="1591825"/>
            <a:ext cx="10515600" cy="411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graphicFrame>
        <p:nvGraphicFramePr>
          <p:cNvPr id="343" name="Google Shape;343;p37"/>
          <p:cNvGraphicFramePr/>
          <p:nvPr/>
        </p:nvGraphicFramePr>
        <p:xfrm>
          <a:off x="952500" y="1524000"/>
          <a:ext cx="3000000" cy="3000000"/>
        </p:xfrm>
        <a:graphic>
          <a:graphicData uri="http://schemas.openxmlformats.org/drawingml/2006/table">
            <a:tbl>
              <a:tblPr>
                <a:noFill/>
                <a:tableStyleId>{B911A2B6-1278-4CAD-92BA-2E79AE645D98}</a:tableStyleId>
              </a:tblPr>
              <a:tblGrid>
                <a:gridCol w="1810350"/>
                <a:gridCol w="1292450"/>
                <a:gridCol w="2445700"/>
                <a:gridCol w="4967100"/>
              </a:tblGrid>
              <a:tr h="363950">
                <a:tc>
                  <a:txBody>
                    <a:bodyPr/>
                    <a:lstStyle/>
                    <a:p>
                      <a:pPr indent="0" lvl="0" marL="0" rtl="0" algn="l">
                        <a:spcBef>
                          <a:spcPts val="0"/>
                        </a:spcBef>
                        <a:spcAft>
                          <a:spcPts val="0"/>
                        </a:spcAft>
                        <a:buNone/>
                      </a:pPr>
                      <a:r>
                        <a:rPr b="1" lang="en-US" sz="1050">
                          <a:solidFill>
                            <a:schemeClr val="dk1"/>
                          </a:solidFill>
                          <a:highlight>
                            <a:schemeClr val="lt1"/>
                          </a:highlight>
                          <a:latin typeface="Courier New"/>
                          <a:ea typeface="Courier New"/>
                          <a:cs typeface="Courier New"/>
                          <a:sym typeface="Courier New"/>
                        </a:rPr>
                        <a:t>Org_entities</a:t>
                      </a:r>
                      <a:endParaRPr>
                        <a:solidFill>
                          <a:schemeClr val="dk1"/>
                        </a:solidFill>
                        <a:highlight>
                          <a:schemeClr val="lt1"/>
                        </a:highlight>
                      </a:endParaRPr>
                    </a:p>
                  </a:txBody>
                  <a:tcPr marT="91425" marB="91425" marR="91425" marL="91425">
                    <a:lnR cap="flat" cmpd="sng" w="9525">
                      <a:solidFill>
                        <a:schemeClr val="dk1"/>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Count</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Org_entities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a:t>Count</a:t>
                      </a:r>
                      <a:endParaRPr/>
                    </a:p>
                  </a:txBody>
                  <a:tcPr marT="91425" marB="91425" marR="91425" marL="91425">
                    <a:lnL cap="flat" cmpd="sng" w="9525">
                      <a:solidFill>
                        <a:schemeClr val="dk1"/>
                      </a:solidFill>
                      <a:prstDash val="solid"/>
                      <a:round/>
                      <a:headEnd len="sm" w="sm" type="none"/>
                      <a:tailEnd len="sm" w="sm" type="none"/>
                    </a:lnL>
                    <a:lnB cap="flat" cmpd="sng" w="9525">
                      <a:solidFill>
                        <a:schemeClr val="dk1"/>
                      </a:solidFill>
                      <a:prstDash val="solid"/>
                      <a:round/>
                      <a:headEnd len="sm" w="sm" type="none"/>
                      <a:tailEnd len="sm" w="sm" type="none"/>
                    </a:lnB>
                  </a:tcPr>
                </a:tc>
              </a:tr>
              <a:tr h="363950">
                <a:tc>
                  <a:txBody>
                    <a:bodyPr/>
                    <a:lstStyle/>
                    <a:p>
                      <a:pPr indent="0" lvl="0" marL="0" rtl="0" algn="l">
                        <a:spcBef>
                          <a:spcPts val="0"/>
                        </a:spcBef>
                        <a:spcAft>
                          <a:spcPts val="0"/>
                        </a:spcAft>
                        <a:buNone/>
                      </a:pPr>
                      <a:r>
                        <a:rPr lang="en-US"/>
                        <a:t>Microsoft</a:t>
                      </a:r>
                      <a:endParaRPr/>
                    </a:p>
                  </a:txBody>
                  <a:tcPr marT="91425" marB="91425" marR="91425" marL="91425">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rPr lang="en-US"/>
                        <a:t>10172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a:t>npr</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rPr lang="en-US"/>
                        <a:t>2065</a:t>
                      </a:r>
                      <a:endParaRPr/>
                    </a:p>
                  </a:txBody>
                  <a:tcPr marT="91425" marB="91425" marR="91425" marL="91425">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tcPr>
                </a:tc>
              </a:tr>
              <a:tr h="363950">
                <a:tc>
                  <a:txBody>
                    <a:bodyPr/>
                    <a:lstStyle/>
                    <a:p>
                      <a:pPr indent="0" lvl="0" marL="0" rtl="0" algn="l">
                        <a:spcBef>
                          <a:spcPts val="0"/>
                        </a:spcBef>
                        <a:spcAft>
                          <a:spcPts val="0"/>
                        </a:spcAft>
                        <a:buNone/>
                      </a:pPr>
                      <a:r>
                        <a:rPr lang="en-US"/>
                        <a:t>Google</a:t>
                      </a:r>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8507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a:t>the u 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2011</a:t>
                      </a:r>
                      <a:endParaRPr/>
                    </a:p>
                  </a:txBody>
                  <a:tcPr marT="91425" marB="91425" marR="91425" marL="91425">
                    <a:lnL cap="flat" cmpd="sng" w="9525">
                      <a:solidFill>
                        <a:schemeClr val="dk1"/>
                      </a:solidFill>
                      <a:prstDash val="solid"/>
                      <a:round/>
                      <a:headEnd len="sm" w="sm" type="none"/>
                      <a:tailEnd len="sm" w="sm" type="none"/>
                    </a:lnL>
                  </a:tcPr>
                </a:tc>
              </a:tr>
              <a:tr h="363950">
                <a:tc>
                  <a:txBody>
                    <a:bodyPr/>
                    <a:lstStyle/>
                    <a:p>
                      <a:pPr indent="0" lvl="0" marL="0" rtl="0" algn="l">
                        <a:spcBef>
                          <a:spcPts val="0"/>
                        </a:spcBef>
                        <a:spcAft>
                          <a:spcPts val="0"/>
                        </a:spcAft>
                        <a:buNone/>
                      </a:pPr>
                      <a:r>
                        <a:rPr lang="en-US"/>
                        <a:t>IBM</a:t>
                      </a:r>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4734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a:t>fcc</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1934</a:t>
                      </a:r>
                      <a:endParaRPr/>
                    </a:p>
                  </a:txBody>
                  <a:tcPr marT="91425" marB="91425" marR="91425" marL="91425">
                    <a:lnL cap="flat" cmpd="sng" w="9525">
                      <a:solidFill>
                        <a:schemeClr val="dk1"/>
                      </a:solidFill>
                      <a:prstDash val="solid"/>
                      <a:round/>
                      <a:headEnd len="sm" w="sm" type="none"/>
                      <a:tailEnd len="sm" w="sm" type="none"/>
                    </a:lnL>
                  </a:tcPr>
                </a:tc>
              </a:tr>
              <a:tr h="559950">
                <a:tc>
                  <a:txBody>
                    <a:bodyPr/>
                    <a:lstStyle/>
                    <a:p>
                      <a:pPr indent="0" lvl="0" marL="0" rtl="0" algn="l">
                        <a:spcBef>
                          <a:spcPts val="0"/>
                        </a:spcBef>
                        <a:spcAft>
                          <a:spcPts val="0"/>
                        </a:spcAft>
                        <a:buNone/>
                      </a:pPr>
                      <a:r>
                        <a:rPr lang="en-US"/>
                        <a:t>gray television inc</a:t>
                      </a:r>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3326</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a:t>un</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1823</a:t>
                      </a:r>
                      <a:endParaRPr/>
                    </a:p>
                  </a:txBody>
                  <a:tcPr marT="91425" marB="91425" marR="91425" marL="91425">
                    <a:lnL cap="flat" cmpd="sng" w="9525">
                      <a:solidFill>
                        <a:schemeClr val="dk1"/>
                      </a:solidFill>
                      <a:prstDash val="solid"/>
                      <a:round/>
                      <a:headEnd len="sm" w="sm" type="none"/>
                      <a:tailEnd len="sm" w="sm" type="none"/>
                    </a:lnL>
                  </a:tcPr>
                </a:tc>
              </a:tr>
              <a:tr h="363950">
                <a:tc>
                  <a:txBody>
                    <a:bodyPr/>
                    <a:lstStyle/>
                    <a:p>
                      <a:pPr indent="0" lvl="0" marL="0" rtl="0" algn="l">
                        <a:spcBef>
                          <a:spcPts val="0"/>
                        </a:spcBef>
                        <a:spcAft>
                          <a:spcPts val="0"/>
                        </a:spcAft>
                        <a:buNone/>
                      </a:pPr>
                      <a:r>
                        <a:rPr lang="en-US"/>
                        <a:t>gpt</a:t>
                      </a:r>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3318</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a:t>gray media group inc</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1797</a:t>
                      </a:r>
                      <a:endParaRPr/>
                    </a:p>
                  </a:txBody>
                  <a:tcPr marT="91425" marB="91425" marR="91425" marL="91425">
                    <a:lnL cap="flat" cmpd="sng" w="9525">
                      <a:solidFill>
                        <a:schemeClr val="dk1"/>
                      </a:solidFill>
                      <a:prstDash val="solid"/>
                      <a:round/>
                      <a:headEnd len="sm" w="sm" type="none"/>
                      <a:tailEnd len="sm" w="sm" type="none"/>
                    </a:lnL>
                  </a:tcPr>
                </a:tc>
              </a:tr>
              <a:tr h="363950">
                <a:tc>
                  <a:txBody>
                    <a:bodyPr/>
                    <a:lstStyle/>
                    <a:p>
                      <a:pPr indent="0" lvl="0" marL="0" rtl="0" algn="l">
                        <a:spcBef>
                          <a:spcPts val="0"/>
                        </a:spcBef>
                        <a:spcAft>
                          <a:spcPts val="0"/>
                        </a:spcAft>
                        <a:buNone/>
                      </a:pPr>
                      <a:r>
                        <a:rPr lang="en-US"/>
                        <a:t>fda</a:t>
                      </a:r>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3017</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a:t>microsoft 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1713</a:t>
                      </a:r>
                      <a:endParaRPr/>
                    </a:p>
                  </a:txBody>
                  <a:tcPr marT="91425" marB="91425" marR="91425" marL="91425">
                    <a:lnL cap="flat" cmpd="sng" w="9525">
                      <a:solidFill>
                        <a:schemeClr val="dk1"/>
                      </a:solidFill>
                      <a:prstDash val="solid"/>
                      <a:round/>
                      <a:headEnd len="sm" w="sm" type="none"/>
                      <a:tailEnd len="sm" w="sm" type="none"/>
                    </a:lnL>
                  </a:tcPr>
                </a:tc>
              </a:tr>
              <a:tr h="363950">
                <a:tc>
                  <a:txBody>
                    <a:bodyPr/>
                    <a:lstStyle/>
                    <a:p>
                      <a:pPr indent="0" lvl="0" marL="0" rtl="0" algn="l">
                        <a:spcBef>
                          <a:spcPts val="0"/>
                        </a:spcBef>
                        <a:spcAft>
                          <a:spcPts val="0"/>
                        </a:spcAft>
                        <a:buNone/>
                      </a:pPr>
                      <a:r>
                        <a:rPr lang="en-US"/>
                        <a:t>intel</a:t>
                      </a:r>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2745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a:t>pbs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1623</a:t>
                      </a:r>
                      <a:endParaRPr/>
                    </a:p>
                  </a:txBody>
                  <a:tcPr marT="91425" marB="91425" marR="91425" marL="91425">
                    <a:lnL cap="flat" cmpd="sng" w="9525">
                      <a:solidFill>
                        <a:schemeClr val="dk1"/>
                      </a:solidFill>
                      <a:prstDash val="solid"/>
                      <a:round/>
                      <a:headEnd len="sm" w="sm" type="none"/>
                      <a:tailEnd len="sm" w="sm" type="none"/>
                    </a:lnL>
                  </a:tcPr>
                </a:tc>
              </a:tr>
              <a:tr h="363950">
                <a:tc>
                  <a:txBody>
                    <a:bodyPr/>
                    <a:lstStyle/>
                    <a:p>
                      <a:pPr indent="0" lvl="0" marL="0" rtl="0" algn="l">
                        <a:spcBef>
                          <a:spcPts val="0"/>
                        </a:spcBef>
                        <a:spcAft>
                          <a:spcPts val="0"/>
                        </a:spcAft>
                        <a:buNone/>
                      </a:pPr>
                      <a:r>
                        <a:rPr lang="en-US"/>
                        <a:t>congress</a:t>
                      </a:r>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2705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a:t>cnn</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1539</a:t>
                      </a:r>
                      <a:endParaRPr/>
                    </a:p>
                  </a:txBody>
                  <a:tcPr marT="91425" marB="91425" marR="91425" marL="91425">
                    <a:lnL cap="flat" cmpd="sng" w="9525">
                      <a:solidFill>
                        <a:schemeClr val="dk1"/>
                      </a:solidFill>
                      <a:prstDash val="solid"/>
                      <a:round/>
                      <a:headEnd len="sm" w="sm" type="none"/>
                      <a:tailEnd len="sm" w="sm" type="none"/>
                    </a:lnL>
                  </a:tcPr>
                </a:tc>
              </a:tr>
              <a:tr h="363950">
                <a:tc>
                  <a:txBody>
                    <a:bodyPr/>
                    <a:lstStyle/>
                    <a:p>
                      <a:pPr indent="0" lvl="0" marL="0" rtl="0" algn="l">
                        <a:spcBef>
                          <a:spcPts val="0"/>
                        </a:spcBef>
                        <a:spcAft>
                          <a:spcPts val="0"/>
                        </a:spcAft>
                        <a:buNone/>
                      </a:pPr>
                      <a:r>
                        <a:rPr lang="en-US"/>
                        <a:t>sec</a:t>
                      </a:r>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2475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a:t>android</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1476</a:t>
                      </a:r>
                      <a:endParaRPr/>
                    </a:p>
                  </a:txBody>
                  <a:tcPr marT="91425" marB="91425" marR="91425" marL="91425">
                    <a:lnL cap="flat" cmpd="sng" w="9525">
                      <a:solidFill>
                        <a:schemeClr val="dk1"/>
                      </a:solidFill>
                      <a:prstDash val="solid"/>
                      <a:round/>
                      <a:headEnd len="sm" w="sm" type="none"/>
                      <a:tailEnd len="sm" w="sm" type="none"/>
                    </a:lnL>
                    <a:lnB cap="flat" cmpd="sng" w="19050">
                      <a:solidFill>
                        <a:srgbClr val="9E9E9E"/>
                      </a:solidFill>
                      <a:prstDash val="solid"/>
                      <a:round/>
                      <a:headEnd len="sm" w="sm" type="none"/>
                      <a:tailEnd len="sm" w="sm" type="none"/>
                    </a:lnB>
                  </a:tcPr>
                </a:tc>
              </a:tr>
              <a:tr h="363950">
                <a:tc>
                  <a:txBody>
                    <a:bodyPr/>
                    <a:lstStyle/>
                    <a:p>
                      <a:pPr indent="0" lvl="0" marL="0" rtl="0" algn="l">
                        <a:spcBef>
                          <a:spcPts val="0"/>
                        </a:spcBef>
                        <a:spcAft>
                          <a:spcPts val="0"/>
                        </a:spcAft>
                        <a:buNone/>
                      </a:pPr>
                      <a:r>
                        <a:rPr lang="en-US"/>
                        <a:t>samsung</a:t>
                      </a:r>
                      <a:endParaRPr/>
                    </a:p>
                  </a:txBody>
                  <a:tcPr marT="91425" marB="91425" marR="91425" marL="91425">
                    <a:lnR cap="flat" cmpd="sng" w="9525">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2360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a:t>cbs</a:t>
                      </a:r>
                      <a:endParaRPr/>
                    </a:p>
                  </a:txBody>
                  <a:tcPr marT="91425" marB="91425" marR="91425" marL="91425">
                    <a:lnL cap="flat" cmpd="sng" w="9525">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tcPr>
                </a:tc>
                <a:tc>
                  <a:txBody>
                    <a:bodyPr/>
                    <a:lstStyle/>
                    <a:p>
                      <a:pPr indent="0" lvl="0" marL="0" rtl="0" algn="l">
                        <a:spcBef>
                          <a:spcPts val="0"/>
                        </a:spcBef>
                        <a:spcAft>
                          <a:spcPts val="0"/>
                        </a:spcAft>
                        <a:buNone/>
                      </a:pPr>
                      <a:r>
                        <a:rPr lang="en-US"/>
                        <a:t>1458</a:t>
                      </a:r>
                      <a:endParaRPr/>
                    </a:p>
                  </a:txBody>
                  <a:tcPr marT="91425" marB="91425" marR="91425" marL="91425">
                    <a:lnL cap="flat" cmpd="sng" w="19050">
                      <a:solidFill>
                        <a:schemeClr val="dk1"/>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8"/>
          <p:cNvSpPr txBox="1"/>
          <p:nvPr>
            <p:ph type="title"/>
          </p:nvPr>
        </p:nvSpPr>
        <p:spPr>
          <a:xfrm>
            <a:off x="838200" y="0"/>
            <a:ext cx="10515600" cy="1312800"/>
          </a:xfrm>
          <a:prstGeom prst="rect">
            <a:avLst/>
          </a:prstGeom>
        </p:spPr>
        <p:txBody>
          <a:bodyPr anchorCtr="0" anchor="b" bIns="45700" lIns="0" spcFirstLastPara="1" rIns="0"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3200">
                <a:solidFill>
                  <a:schemeClr val="accent1"/>
                </a:solidFill>
              </a:rPr>
              <a:t>Supervised Sentiment Model</a:t>
            </a:r>
            <a:endParaRPr sz="3200">
              <a:solidFill>
                <a:schemeClr val="accent1"/>
              </a:solidFill>
            </a:endParaRPr>
          </a:p>
          <a:p>
            <a:pPr indent="0" lvl="0" marL="0" rtl="0" algn="l">
              <a:spcBef>
                <a:spcPts val="1200"/>
              </a:spcBef>
              <a:spcAft>
                <a:spcPts val="0"/>
              </a:spcAft>
              <a:buNone/>
            </a:pPr>
            <a:r>
              <a:t/>
            </a:r>
            <a:endParaRPr/>
          </a:p>
        </p:txBody>
      </p:sp>
      <p:sp>
        <p:nvSpPr>
          <p:cNvPr id="350" name="Google Shape;350;p38"/>
          <p:cNvSpPr txBox="1"/>
          <p:nvPr>
            <p:ph idx="12" type="sldNum"/>
          </p:nvPr>
        </p:nvSpPr>
        <p:spPr>
          <a:xfrm>
            <a:off x="8610601" y="6459132"/>
            <a:ext cx="3432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351" name="Google Shape;351;p38"/>
          <p:cNvSpPr txBox="1"/>
          <p:nvPr/>
        </p:nvSpPr>
        <p:spPr>
          <a:xfrm>
            <a:off x="695900" y="1420700"/>
            <a:ext cx="10515600" cy="347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latin typeface="Albert Sans"/>
                <a:ea typeface="Albert Sans"/>
                <a:cs typeface="Albert Sans"/>
                <a:sym typeface="Albert Sans"/>
              </a:rPr>
              <a:t>Training Data</a:t>
            </a:r>
            <a:endParaRPr b="1" sz="13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latin typeface="Albert Sans"/>
                <a:ea typeface="Albert Sans"/>
                <a:cs typeface="Albert Sans"/>
                <a:sym typeface="Albert Sans"/>
              </a:rPr>
              <a:t>• A labeled sentiment dataset was used to train the Logistic Regression classifier. (positive / negative text examples)</a:t>
            </a:r>
            <a:br>
              <a:rPr lang="en-US" sz="1300">
                <a:solidFill>
                  <a:schemeClr val="dk1"/>
                </a:solidFill>
                <a:latin typeface="Albert Sans"/>
                <a:ea typeface="Albert Sans"/>
                <a:cs typeface="Albert Sans"/>
                <a:sym typeface="Albert Sans"/>
              </a:rPr>
            </a:br>
            <a:r>
              <a:rPr lang="en-US" sz="1300">
                <a:solidFill>
                  <a:schemeClr val="dk1"/>
                </a:solidFill>
                <a:latin typeface="Albert Sans"/>
                <a:ea typeface="Albert Sans"/>
                <a:cs typeface="Albert Sans"/>
                <a:sym typeface="Albert Sans"/>
              </a:rPr>
              <a:t> • Dataset used to train a sentiment classifier</a:t>
            </a:r>
            <a:endParaRPr sz="13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latin typeface="Albert Sans"/>
                <a:ea typeface="Albert Sans"/>
                <a:cs typeface="Albert Sans"/>
                <a:sym typeface="Albert Sans"/>
              </a:rPr>
              <a:t>Model</a:t>
            </a:r>
            <a:endParaRPr b="1" sz="13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latin typeface="Albert Sans"/>
                <a:ea typeface="Albert Sans"/>
                <a:cs typeface="Albert Sans"/>
                <a:sym typeface="Albert Sans"/>
              </a:rPr>
              <a:t>• Logistic Regression classifier trained on TF-IDF features</a:t>
            </a:r>
            <a:endParaRPr sz="13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latin typeface="Albert Sans"/>
                <a:ea typeface="Albert Sans"/>
                <a:cs typeface="Albert Sans"/>
                <a:sym typeface="Albert Sans"/>
              </a:rPr>
              <a:t>Pipeline</a:t>
            </a:r>
            <a:endParaRPr b="1" sz="1300">
              <a:solidFill>
                <a:schemeClr val="dk1"/>
              </a:solidFill>
              <a:latin typeface="Albert Sans"/>
              <a:ea typeface="Albert Sans"/>
              <a:cs typeface="Albert Sans"/>
              <a:sym typeface="Albert Sans"/>
            </a:endParaRPr>
          </a:p>
          <a:p>
            <a:pPr indent="-311150" lvl="0" marL="457200" rtl="0" algn="l">
              <a:lnSpc>
                <a:spcPct val="115000"/>
              </a:lnSpc>
              <a:spcBef>
                <a:spcPts val="1200"/>
              </a:spcBef>
              <a:spcAft>
                <a:spcPts val="0"/>
              </a:spcAft>
              <a:buClr>
                <a:schemeClr val="dk1"/>
              </a:buClr>
              <a:buSzPts val="1300"/>
              <a:buFont typeface="Albert Sans"/>
              <a:buAutoNum type="arabicPeriod"/>
            </a:pPr>
            <a:r>
              <a:rPr lang="en-US" sz="1300">
                <a:solidFill>
                  <a:schemeClr val="dk1"/>
                </a:solidFill>
                <a:latin typeface="Albert Sans"/>
                <a:ea typeface="Albert Sans"/>
                <a:cs typeface="Albert Sans"/>
                <a:sym typeface="Albert Sans"/>
              </a:rPr>
              <a:t>Clean text</a:t>
            </a:r>
            <a:br>
              <a:rPr lang="en-US" sz="1300">
                <a:solidFill>
                  <a:schemeClr val="dk1"/>
                </a:solidFill>
                <a:latin typeface="Albert Sans"/>
                <a:ea typeface="Albert Sans"/>
                <a:cs typeface="Albert Sans"/>
                <a:sym typeface="Albert Sans"/>
              </a:rPr>
            </a:br>
            <a:endParaRPr sz="1300">
              <a:solidFill>
                <a:schemeClr val="dk1"/>
              </a:solidFill>
              <a:latin typeface="Albert Sans"/>
              <a:ea typeface="Albert Sans"/>
              <a:cs typeface="Albert Sans"/>
              <a:sym typeface="Albert Sans"/>
            </a:endParaRPr>
          </a:p>
          <a:p>
            <a:pPr indent="-311150" lvl="0" marL="457200" rtl="0" algn="l">
              <a:lnSpc>
                <a:spcPct val="115000"/>
              </a:lnSpc>
              <a:spcBef>
                <a:spcPts val="0"/>
              </a:spcBef>
              <a:spcAft>
                <a:spcPts val="0"/>
              </a:spcAft>
              <a:buClr>
                <a:schemeClr val="dk1"/>
              </a:buClr>
              <a:buSzPts val="1300"/>
              <a:buFont typeface="Albert Sans"/>
              <a:buAutoNum type="arabicPeriod"/>
            </a:pPr>
            <a:r>
              <a:rPr lang="en-US" sz="1300">
                <a:solidFill>
                  <a:schemeClr val="dk1"/>
                </a:solidFill>
                <a:latin typeface="Albert Sans"/>
                <a:ea typeface="Albert Sans"/>
                <a:cs typeface="Albert Sans"/>
                <a:sym typeface="Albert Sans"/>
              </a:rPr>
              <a:t>TF-IDF vectorization</a:t>
            </a:r>
            <a:br>
              <a:rPr lang="en-US" sz="1300">
                <a:solidFill>
                  <a:schemeClr val="dk1"/>
                </a:solidFill>
                <a:latin typeface="Albert Sans"/>
                <a:ea typeface="Albert Sans"/>
                <a:cs typeface="Albert Sans"/>
                <a:sym typeface="Albert Sans"/>
              </a:rPr>
            </a:br>
            <a:endParaRPr sz="1300">
              <a:solidFill>
                <a:schemeClr val="dk1"/>
              </a:solidFill>
              <a:latin typeface="Albert Sans"/>
              <a:ea typeface="Albert Sans"/>
              <a:cs typeface="Albert Sans"/>
              <a:sym typeface="Albert Sans"/>
            </a:endParaRPr>
          </a:p>
          <a:p>
            <a:pPr indent="-311150" lvl="0" marL="457200" rtl="0" algn="l">
              <a:lnSpc>
                <a:spcPct val="115000"/>
              </a:lnSpc>
              <a:spcBef>
                <a:spcPts val="0"/>
              </a:spcBef>
              <a:spcAft>
                <a:spcPts val="0"/>
              </a:spcAft>
              <a:buClr>
                <a:schemeClr val="dk1"/>
              </a:buClr>
              <a:buSzPts val="1300"/>
              <a:buFont typeface="Albert Sans"/>
              <a:buAutoNum type="arabicPeriod"/>
            </a:pPr>
            <a:r>
              <a:rPr lang="en-US" sz="1300">
                <a:solidFill>
                  <a:schemeClr val="dk1"/>
                </a:solidFill>
                <a:latin typeface="Albert Sans"/>
                <a:ea typeface="Albert Sans"/>
                <a:cs typeface="Albert Sans"/>
                <a:sym typeface="Albert Sans"/>
              </a:rPr>
              <a:t>Logistic Regression sentiment classifier</a:t>
            </a:r>
            <a:br>
              <a:rPr lang="en-US" sz="1300">
                <a:solidFill>
                  <a:schemeClr val="dk1"/>
                </a:solidFill>
                <a:latin typeface="Albert Sans"/>
                <a:ea typeface="Albert Sans"/>
                <a:cs typeface="Albert Sans"/>
                <a:sym typeface="Albert Sans"/>
              </a:rPr>
            </a:br>
            <a:endParaRPr sz="1300">
              <a:solidFill>
                <a:schemeClr val="dk1"/>
              </a:solidFill>
              <a:latin typeface="Albert Sans"/>
              <a:ea typeface="Albert Sans"/>
              <a:cs typeface="Albert Sans"/>
              <a:sym typeface="Albert Sans"/>
            </a:endParaRPr>
          </a:p>
          <a:p>
            <a:pPr indent="-311150" lvl="0" marL="457200" rtl="0" algn="l">
              <a:lnSpc>
                <a:spcPct val="115000"/>
              </a:lnSpc>
              <a:spcBef>
                <a:spcPts val="0"/>
              </a:spcBef>
              <a:spcAft>
                <a:spcPts val="0"/>
              </a:spcAft>
              <a:buClr>
                <a:schemeClr val="dk1"/>
              </a:buClr>
              <a:buSzPts val="1300"/>
              <a:buFont typeface="Albert Sans"/>
              <a:buAutoNum type="arabicPeriod"/>
            </a:pPr>
            <a:r>
              <a:rPr lang="en-US" sz="1300">
                <a:solidFill>
                  <a:schemeClr val="dk1"/>
                </a:solidFill>
                <a:latin typeface="Albert Sans"/>
                <a:ea typeface="Albert Sans"/>
                <a:cs typeface="Albert Sans"/>
                <a:sym typeface="Albert Sans"/>
              </a:rPr>
              <a:t>Predict sentiment for AI news articles</a:t>
            </a:r>
            <a:endParaRPr sz="1300">
              <a:solidFill>
                <a:schemeClr val="dk1"/>
              </a:solidFill>
              <a:latin typeface="Albert Sans"/>
              <a:ea typeface="Albert Sans"/>
              <a:cs typeface="Albert Sans"/>
              <a:sym typeface="Albert Sans"/>
            </a:endParaRPr>
          </a:p>
          <a:p>
            <a:pPr indent="0" lvl="0" marL="457200" rtl="0" algn="l">
              <a:lnSpc>
                <a:spcPct val="115000"/>
              </a:lnSpc>
              <a:spcBef>
                <a:spcPts val="1200"/>
              </a:spcBef>
              <a:spcAft>
                <a:spcPts val="0"/>
              </a:spcAft>
              <a:buNone/>
            </a:pPr>
            <a:r>
              <a:rPr b="1" lang="en-US" sz="1300">
                <a:solidFill>
                  <a:schemeClr val="dk1"/>
                </a:solidFill>
                <a:latin typeface="Albert Sans"/>
                <a:ea typeface="Albert Sans"/>
                <a:cs typeface="Albert Sans"/>
                <a:sym typeface="Albert Sans"/>
              </a:rPr>
              <a:t>Output</a:t>
            </a:r>
            <a:endParaRPr b="1" sz="13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latin typeface="Albert Sans"/>
                <a:ea typeface="Albert Sans"/>
                <a:cs typeface="Albert Sans"/>
                <a:sym typeface="Albert Sans"/>
              </a:rPr>
              <a:t>• Predicted sentiment label</a:t>
            </a:r>
            <a:br>
              <a:rPr lang="en-US" sz="1300">
                <a:solidFill>
                  <a:schemeClr val="dk1"/>
                </a:solidFill>
                <a:latin typeface="Albert Sans"/>
                <a:ea typeface="Albert Sans"/>
                <a:cs typeface="Albert Sans"/>
                <a:sym typeface="Albert Sans"/>
              </a:rPr>
            </a:br>
            <a:r>
              <a:rPr lang="en-US" sz="1300">
                <a:solidFill>
                  <a:schemeClr val="dk1"/>
                </a:solidFill>
                <a:latin typeface="Albert Sans"/>
                <a:ea typeface="Albert Sans"/>
                <a:cs typeface="Albert Sans"/>
                <a:sym typeface="Albert Sans"/>
              </a:rPr>
              <a:t> • Positive / Neutral / Negative</a:t>
            </a:r>
            <a:endParaRPr sz="1300">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352" name="Google Shape;352;p38"/>
          <p:cNvSpPr txBox="1"/>
          <p:nvPr/>
        </p:nvSpPr>
        <p:spPr>
          <a:xfrm>
            <a:off x="5552800" y="2614725"/>
            <a:ext cx="7088700" cy="313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600">
                <a:solidFill>
                  <a:schemeClr val="dk1"/>
                </a:solidFill>
                <a:latin typeface="Albert Sans"/>
                <a:ea typeface="Albert Sans"/>
                <a:cs typeface="Albert Sans"/>
                <a:sym typeface="Albert Sans"/>
              </a:rPr>
              <a:t>Model evaluation on validation set:</a:t>
            </a:r>
            <a:endParaRPr b="1" sz="1600">
              <a:solidFill>
                <a:schemeClr val="dk1"/>
              </a:solidFill>
              <a:latin typeface="Albert Sans"/>
              <a:ea typeface="Albert Sans"/>
              <a:cs typeface="Albert Sans"/>
              <a:sym typeface="Albert Sans"/>
            </a:endParaRPr>
          </a:p>
          <a:p>
            <a:pPr indent="0" lvl="0" marL="0" rtl="0" algn="l">
              <a:spcBef>
                <a:spcPts val="0"/>
              </a:spcBef>
              <a:spcAft>
                <a:spcPts val="0"/>
              </a:spcAft>
              <a:buClr>
                <a:schemeClr val="dk1"/>
              </a:buClr>
              <a:buSzPts val="1100"/>
              <a:buFont typeface="Arial"/>
              <a:buNone/>
            </a:pPr>
            <a:r>
              <a:rPr lang="en-US" sz="1600">
                <a:solidFill>
                  <a:schemeClr val="dk1"/>
                </a:solidFill>
                <a:latin typeface="Albert Sans"/>
                <a:ea typeface="Albert Sans"/>
                <a:cs typeface="Albert Sans"/>
                <a:sym typeface="Albert Sans"/>
              </a:rPr>
              <a:t>Accuracy: 0.87</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US" sz="1600">
                <a:solidFill>
                  <a:schemeClr val="dk1"/>
                </a:solidFill>
                <a:latin typeface="Albert Sans"/>
                <a:ea typeface="Albert Sans"/>
                <a:cs typeface="Albert Sans"/>
                <a:sym typeface="Albert Sans"/>
              </a:rPr>
              <a:t>F1-score: 0.85</a:t>
            </a:r>
            <a:endParaRPr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b="1" lang="en-US" sz="1600">
                <a:solidFill>
                  <a:schemeClr val="dk1"/>
                </a:solidFill>
                <a:latin typeface="Albert Sans"/>
                <a:ea typeface="Albert Sans"/>
                <a:cs typeface="Albert Sans"/>
                <a:sym typeface="Albert Sans"/>
              </a:rPr>
              <a:t>Model Performance</a:t>
            </a:r>
            <a:endParaRPr b="1" sz="1600">
              <a:solidFill>
                <a:schemeClr val="dk1"/>
              </a:solidFill>
              <a:latin typeface="Albert Sans"/>
              <a:ea typeface="Albert Sans"/>
              <a:cs typeface="Albert Sans"/>
              <a:sym typeface="Albert Sans"/>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latin typeface="Albert Sans"/>
                <a:ea typeface="Albert Sans"/>
                <a:cs typeface="Albert Sans"/>
                <a:sym typeface="Albert Sans"/>
              </a:rPr>
              <a:t>Logistic Regression classifier achieved </a:t>
            </a:r>
            <a:r>
              <a:rPr b="1" lang="en-US" sz="1600">
                <a:solidFill>
                  <a:schemeClr val="dk1"/>
                </a:solidFill>
                <a:latin typeface="Albert Sans"/>
                <a:ea typeface="Albert Sans"/>
                <a:cs typeface="Albert Sans"/>
                <a:sym typeface="Albert Sans"/>
              </a:rPr>
              <a:t>~87% accuracy on labeled sentiment data, </a:t>
            </a:r>
            <a:r>
              <a:rPr lang="en-US" sz="1600">
                <a:solidFill>
                  <a:schemeClr val="dk1"/>
                </a:solidFill>
                <a:latin typeface="Albert Sans"/>
                <a:ea typeface="Albert Sans"/>
                <a:cs typeface="Albert Sans"/>
                <a:sym typeface="Albert Sans"/>
              </a:rPr>
              <a:t>indicating reliable sentiment classification performance.</a:t>
            </a:r>
            <a:endParaRPr sz="1600">
              <a:solidFill>
                <a:schemeClr val="dk1"/>
              </a:solidFill>
              <a:latin typeface="Albert Sans"/>
              <a:ea typeface="Albert Sans"/>
              <a:cs typeface="Albert Sans"/>
              <a:sym typeface="Albert Sans"/>
            </a:endParaRPr>
          </a:p>
          <a:p>
            <a:pPr indent="0" lvl="0" marL="0" rtl="0" algn="l">
              <a:spcBef>
                <a:spcPts val="1200"/>
              </a:spcBef>
              <a:spcAft>
                <a:spcPts val="0"/>
              </a:spcAft>
              <a:buClr>
                <a:schemeClr val="dk1"/>
              </a:buClr>
              <a:buSzPts val="1100"/>
              <a:buFont typeface="Arial"/>
              <a:buNone/>
            </a:pPr>
            <a:r>
              <a:t/>
            </a:r>
            <a:endParaRPr sz="16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cxnSp>
        <p:nvCxnSpPr>
          <p:cNvPr id="353" name="Google Shape;353;p38"/>
          <p:cNvCxnSpPr/>
          <p:nvPr/>
        </p:nvCxnSpPr>
        <p:spPr>
          <a:xfrm>
            <a:off x="5330475" y="2633475"/>
            <a:ext cx="57900" cy="3508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9"/>
          <p:cNvSpPr txBox="1"/>
          <p:nvPr>
            <p:ph type="title"/>
          </p:nvPr>
        </p:nvSpPr>
        <p:spPr>
          <a:xfrm>
            <a:off x="838200" y="0"/>
            <a:ext cx="10515600" cy="13128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US"/>
              <a:t>Sentiment Analysis Method</a:t>
            </a:r>
            <a:endParaRPr/>
          </a:p>
        </p:txBody>
      </p:sp>
      <p:sp>
        <p:nvSpPr>
          <p:cNvPr id="360" name="Google Shape;360;p39"/>
          <p:cNvSpPr txBox="1"/>
          <p:nvPr>
            <p:ph idx="12" type="sldNum"/>
          </p:nvPr>
        </p:nvSpPr>
        <p:spPr>
          <a:xfrm>
            <a:off x="8610601" y="6459132"/>
            <a:ext cx="3432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361" name="Google Shape;361;p39"/>
          <p:cNvSpPr txBox="1"/>
          <p:nvPr/>
        </p:nvSpPr>
        <p:spPr>
          <a:xfrm>
            <a:off x="0" y="1651425"/>
            <a:ext cx="10946100" cy="105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US" sz="1500">
                <a:solidFill>
                  <a:schemeClr val="dk1"/>
                </a:solidFill>
              </a:rPr>
              <a:t>Method</a:t>
            </a:r>
            <a:r>
              <a:rPr b="1" lang="en-US" sz="2300">
                <a:solidFill>
                  <a:schemeClr val="dk1"/>
                </a:solidFill>
              </a:rPr>
              <a:t>: </a:t>
            </a:r>
            <a:r>
              <a:rPr lang="en-US" sz="1100">
                <a:solidFill>
                  <a:schemeClr val="dk1"/>
                </a:solidFill>
              </a:rPr>
              <a:t>Sentiment classification was performed using a </a:t>
            </a:r>
            <a:r>
              <a:rPr b="1" lang="en-US" sz="1100">
                <a:solidFill>
                  <a:schemeClr val="dk1"/>
                </a:solidFill>
              </a:rPr>
              <a:t>trained Logistic Regression classifier on TF-IDF features.</a:t>
            </a:r>
            <a:endParaRPr sz="1100">
              <a:solidFill>
                <a:schemeClr val="dk1"/>
              </a:solidFill>
            </a:endParaRPr>
          </a:p>
          <a:p>
            <a:pPr indent="0" lvl="0" marL="0" rtl="0" algn="l">
              <a:lnSpc>
                <a:spcPct val="115000"/>
              </a:lnSpc>
              <a:spcBef>
                <a:spcPts val="1200"/>
              </a:spcBef>
              <a:spcAft>
                <a:spcPts val="0"/>
              </a:spcAft>
              <a:buNone/>
            </a:pPr>
            <a:r>
              <a:rPr lang="en-US" sz="1200">
                <a:solidFill>
                  <a:schemeClr val="dk1"/>
                </a:solidFill>
                <a:latin typeface="Albert Sans"/>
                <a:ea typeface="Albert Sans"/>
                <a:cs typeface="Albert Sans"/>
                <a:sym typeface="Albert Sans"/>
              </a:rPr>
              <a:t>Output: Two variables were created:</a:t>
            </a:r>
            <a:endParaRPr sz="12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200">
                <a:solidFill>
                  <a:schemeClr val="dk1"/>
                </a:solidFill>
                <a:latin typeface="Albert Sans"/>
                <a:ea typeface="Albert Sans"/>
                <a:cs typeface="Albert Sans"/>
                <a:sym typeface="Albert Sans"/>
              </a:rPr>
              <a:t>sentiment_score</a:t>
            </a:r>
            <a:endParaRPr sz="12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200">
                <a:solidFill>
                  <a:schemeClr val="dk1"/>
                </a:solidFill>
                <a:latin typeface="Albert Sans"/>
                <a:ea typeface="Albert Sans"/>
                <a:cs typeface="Albert Sans"/>
                <a:sym typeface="Albert Sans"/>
              </a:rPr>
              <a:t>Predicted sentiment score produced by classifier</a:t>
            </a:r>
            <a:endParaRPr sz="12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200">
                <a:solidFill>
                  <a:schemeClr val="dk1"/>
                </a:solidFill>
                <a:latin typeface="Albert Sans"/>
                <a:ea typeface="Albert Sans"/>
                <a:cs typeface="Albert Sans"/>
                <a:sym typeface="Albert Sans"/>
              </a:rPr>
              <a:t>sentiment_label</a:t>
            </a:r>
            <a:endParaRPr sz="12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200">
                <a:solidFill>
                  <a:schemeClr val="dk1"/>
                </a:solidFill>
                <a:latin typeface="Albert Sans"/>
                <a:ea typeface="Albert Sans"/>
                <a:cs typeface="Albert Sans"/>
                <a:sym typeface="Albert Sans"/>
              </a:rPr>
              <a:t>Final sentiment category assigned to each article</a:t>
            </a:r>
            <a:endParaRPr sz="12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200">
                <a:solidFill>
                  <a:schemeClr val="dk1"/>
                </a:solidFill>
                <a:latin typeface="Albert Sans"/>
                <a:ea typeface="Albert Sans"/>
                <a:cs typeface="Albert Sans"/>
                <a:sym typeface="Albert Sans"/>
              </a:rPr>
              <a:t>(Positive, Neutral, Negative)</a:t>
            </a:r>
            <a:endParaRPr sz="12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t/>
            </a:r>
            <a:endParaRPr b="1" sz="1300">
              <a:solidFill>
                <a:schemeClr val="dk1"/>
              </a:solidFill>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362" name="Google Shape;362;p39"/>
          <p:cNvSpPr txBox="1"/>
          <p:nvPr/>
        </p:nvSpPr>
        <p:spPr>
          <a:xfrm>
            <a:off x="4276500" y="2864475"/>
            <a:ext cx="5111100" cy="131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US" sz="2300">
                <a:solidFill>
                  <a:schemeClr val="dk1"/>
                </a:solidFill>
              </a:rPr>
              <a:t>Purpose</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Sentiment analysis helps evaluate: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 whether </a:t>
            </a:r>
            <a:r>
              <a:rPr b="1" lang="en-US" sz="1100">
                <a:solidFill>
                  <a:schemeClr val="dk1"/>
                </a:solidFill>
              </a:rPr>
              <a:t>AI developments are portrayed positively or negatively</a:t>
            </a:r>
            <a:r>
              <a:rPr lang="en-US" sz="1100">
                <a:solidFill>
                  <a:schemeClr val="dk1"/>
                </a:solidFill>
              </a:rPr>
              <a:t> in the media</a:t>
            </a:r>
            <a:br>
              <a:rPr lang="en-US" sz="1100">
                <a:solidFill>
                  <a:schemeClr val="dk1"/>
                </a:solidFill>
              </a:rPr>
            </a:br>
            <a:r>
              <a:rPr lang="en-US" sz="1100">
                <a:solidFill>
                  <a:schemeClr val="dk1"/>
                </a:solidFill>
              </a:rPr>
              <a:t> • how sentiment varies across </a:t>
            </a:r>
            <a:r>
              <a:rPr b="1" lang="en-US" sz="1100">
                <a:solidFill>
                  <a:schemeClr val="dk1"/>
                </a:solidFill>
              </a:rPr>
              <a:t>industries, companies, and topics</a:t>
            </a:r>
            <a:endParaRPr b="1" sz="1100">
              <a:solidFill>
                <a:schemeClr val="dk1"/>
              </a:solidFill>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363" name="Google Shape;363;p39"/>
          <p:cNvSpPr txBox="1"/>
          <p:nvPr/>
        </p:nvSpPr>
        <p:spPr>
          <a:xfrm>
            <a:off x="9098750" y="2864475"/>
            <a:ext cx="2844300" cy="14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chemeClr val="dk1"/>
                </a:solidFill>
                <a:latin typeface="Albert Sans"/>
                <a:ea typeface="Albert Sans"/>
                <a:cs typeface="Albert Sans"/>
                <a:sym typeface="Albert Sans"/>
              </a:rPr>
              <a:t>Example:</a:t>
            </a:r>
            <a:endParaRPr b="1" sz="1500">
              <a:solidFill>
                <a:schemeClr val="dk1"/>
              </a:solidFill>
              <a:latin typeface="Albert Sans"/>
              <a:ea typeface="Albert Sans"/>
              <a:cs typeface="Albert Sans"/>
              <a:sym typeface="Albert Sans"/>
            </a:endParaRPr>
          </a:p>
          <a:p>
            <a:pPr indent="0" lvl="0" marL="0" rtl="0" algn="l">
              <a:spcBef>
                <a:spcPts val="0"/>
              </a:spcBef>
              <a:spcAft>
                <a:spcPts val="0"/>
              </a:spcAft>
              <a:buClr>
                <a:schemeClr val="dk1"/>
              </a:buClr>
              <a:buSzPts val="1100"/>
              <a:buFont typeface="Arial"/>
              <a:buNone/>
            </a:pPr>
            <a:r>
              <a:rPr lang="en-US" sz="1500">
                <a:solidFill>
                  <a:schemeClr val="dk1"/>
                </a:solidFill>
                <a:latin typeface="Albert Sans"/>
                <a:ea typeface="Albert Sans"/>
                <a:cs typeface="Albert Sans"/>
                <a:sym typeface="Albert Sans"/>
              </a:rPr>
              <a:t>"AI technology is transforming healthcare"</a:t>
            </a:r>
            <a:endParaRPr sz="1500">
              <a:solidFill>
                <a:schemeClr val="dk1"/>
              </a:solidFill>
              <a:latin typeface="Albert Sans"/>
              <a:ea typeface="Albert Sans"/>
              <a:cs typeface="Albert Sans"/>
              <a:sym typeface="Albert Sans"/>
            </a:endParaRPr>
          </a:p>
          <a:p>
            <a:pPr indent="0" lvl="0" marL="0" rtl="0" algn="l">
              <a:spcBef>
                <a:spcPts val="0"/>
              </a:spcBef>
              <a:spcAft>
                <a:spcPts val="0"/>
              </a:spcAft>
              <a:buClr>
                <a:schemeClr val="dk1"/>
              </a:buClr>
              <a:buSzPts val="1100"/>
              <a:buFont typeface="Arial"/>
              <a:buNone/>
            </a:pPr>
            <a:r>
              <a:rPr lang="en-US" sz="1500">
                <a:solidFill>
                  <a:schemeClr val="dk1"/>
                </a:solidFill>
                <a:latin typeface="Albert Sans"/>
                <a:ea typeface="Albert Sans"/>
                <a:cs typeface="Albert Sans"/>
                <a:sym typeface="Albert Sans"/>
              </a:rPr>
              <a:t>→ predicted sentiment = Positive</a:t>
            </a:r>
            <a:endParaRPr sz="15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graphicFrame>
        <p:nvGraphicFramePr>
          <p:cNvPr id="364" name="Google Shape;364;p39"/>
          <p:cNvGraphicFramePr/>
          <p:nvPr/>
        </p:nvGraphicFramePr>
        <p:xfrm>
          <a:off x="329550" y="4525800"/>
          <a:ext cx="3000000" cy="3000000"/>
        </p:xfrm>
        <a:graphic>
          <a:graphicData uri="http://schemas.openxmlformats.org/drawingml/2006/table">
            <a:tbl>
              <a:tblPr>
                <a:noFill/>
                <a:tableStyleId>{B911A2B6-1278-4CAD-92BA-2E79AE645D98}</a:tableStyleId>
              </a:tblPr>
              <a:tblGrid>
                <a:gridCol w="5143500"/>
                <a:gridCol w="5143500"/>
              </a:tblGrid>
              <a:tr h="381000">
                <a:tc>
                  <a:txBody>
                    <a:bodyPr/>
                    <a:lstStyle/>
                    <a:p>
                      <a:pPr indent="0" lvl="0" marL="0" rtl="0" algn="l">
                        <a:spcBef>
                          <a:spcPts val="0"/>
                        </a:spcBef>
                        <a:spcAft>
                          <a:spcPts val="0"/>
                        </a:spcAft>
                        <a:buNone/>
                      </a:pPr>
                      <a:r>
                        <a:rPr lang="en-US"/>
                        <a:t>Predicted Sentiment </a:t>
                      </a:r>
                      <a:endParaRPr/>
                    </a:p>
                  </a:txBody>
                  <a:tcPr marT="91425" marB="91425" marR="91425" marL="91425"/>
                </a:tc>
                <a:tc>
                  <a:txBody>
                    <a:bodyPr/>
                    <a:lstStyle/>
                    <a:p>
                      <a:pPr indent="0" lvl="0" marL="0" rtl="0" algn="l">
                        <a:spcBef>
                          <a:spcPts val="0"/>
                        </a:spcBef>
                        <a:spcAft>
                          <a:spcPts val="0"/>
                        </a:spcAft>
                        <a:buNone/>
                      </a:pPr>
                      <a:r>
                        <a:rPr lang="en-US"/>
                        <a:t>Description</a:t>
                      </a:r>
                      <a:endParaRPr/>
                    </a:p>
                  </a:txBody>
                  <a:tcPr marT="91425" marB="91425" marR="91425" marL="91425"/>
                </a:tc>
              </a:tr>
              <a:tr h="381000">
                <a:tc>
                  <a:txBody>
                    <a:bodyPr/>
                    <a:lstStyle/>
                    <a:p>
                      <a:pPr indent="0" lvl="0" marL="0" rtl="0" algn="l">
                        <a:spcBef>
                          <a:spcPts val="0"/>
                        </a:spcBef>
                        <a:spcAft>
                          <a:spcPts val="0"/>
                        </a:spcAft>
                        <a:buNone/>
                      </a:pPr>
                      <a:r>
                        <a:rPr lang="en-US"/>
                        <a:t>Positive</a:t>
                      </a:r>
                      <a:endParaRPr/>
                    </a:p>
                  </a:txBody>
                  <a:tcPr marT="91425" marB="91425" marR="91425" marL="91425"/>
                </a:tc>
                <a:tc>
                  <a:txBody>
                    <a:bodyPr/>
                    <a:lstStyle/>
                    <a:p>
                      <a:pPr indent="0" lvl="0" marL="0" rtl="0" algn="l">
                        <a:spcBef>
                          <a:spcPts val="0"/>
                        </a:spcBef>
                        <a:spcAft>
                          <a:spcPts val="0"/>
                        </a:spcAft>
                        <a:buNone/>
                      </a:pPr>
                      <a:r>
                        <a:rPr lang="en-US"/>
                        <a:t>Article Expresses Optimistic  or favourable view of AI</a:t>
                      </a:r>
                      <a:endParaRPr/>
                    </a:p>
                  </a:txBody>
                  <a:tcPr marT="91425" marB="91425" marR="91425" marL="91425"/>
                </a:tc>
              </a:tr>
              <a:tr h="381000">
                <a:tc>
                  <a:txBody>
                    <a:bodyPr/>
                    <a:lstStyle/>
                    <a:p>
                      <a:pPr indent="0" lvl="0" marL="0" rtl="0" algn="l">
                        <a:spcBef>
                          <a:spcPts val="0"/>
                        </a:spcBef>
                        <a:spcAft>
                          <a:spcPts val="0"/>
                        </a:spcAft>
                        <a:buNone/>
                      </a:pPr>
                      <a:r>
                        <a:rPr lang="en-US"/>
                        <a:t>Neutral</a:t>
                      </a:r>
                      <a:endParaRPr/>
                    </a:p>
                  </a:txBody>
                  <a:tcPr marT="91425" marB="91425" marR="91425" marL="91425"/>
                </a:tc>
                <a:tc>
                  <a:txBody>
                    <a:bodyPr/>
                    <a:lstStyle/>
                    <a:p>
                      <a:pPr indent="0" lvl="0" marL="0" rtl="0" algn="l">
                        <a:spcBef>
                          <a:spcPts val="0"/>
                        </a:spcBef>
                        <a:spcAft>
                          <a:spcPts val="0"/>
                        </a:spcAft>
                        <a:buNone/>
                      </a:pPr>
                      <a:r>
                        <a:rPr lang="en-US"/>
                        <a:t>Article presents balanced or factual discussion</a:t>
                      </a:r>
                      <a:endParaRPr/>
                    </a:p>
                  </a:txBody>
                  <a:tcPr marT="91425" marB="91425" marR="91425" marL="91425"/>
                </a:tc>
              </a:tr>
              <a:tr h="381000">
                <a:tc>
                  <a:txBody>
                    <a:bodyPr/>
                    <a:lstStyle/>
                    <a:p>
                      <a:pPr indent="0" lvl="0" marL="0" rtl="0" algn="l">
                        <a:spcBef>
                          <a:spcPts val="0"/>
                        </a:spcBef>
                        <a:spcAft>
                          <a:spcPts val="0"/>
                        </a:spcAft>
                        <a:buNone/>
                      </a:pPr>
                      <a:r>
                        <a:rPr lang="en-US"/>
                        <a:t>Negative</a:t>
                      </a:r>
                      <a:endParaRPr/>
                    </a:p>
                  </a:txBody>
                  <a:tcPr marT="91425" marB="91425" marR="91425" marL="91425"/>
                </a:tc>
                <a:tc>
                  <a:txBody>
                    <a:bodyPr/>
                    <a:lstStyle/>
                    <a:p>
                      <a:pPr indent="0" lvl="0" marL="0" rtl="0" algn="l">
                        <a:spcBef>
                          <a:spcPts val="0"/>
                        </a:spcBef>
                        <a:spcAft>
                          <a:spcPts val="0"/>
                        </a:spcAft>
                        <a:buNone/>
                      </a:pPr>
                      <a:r>
                        <a:rPr lang="en-US"/>
                        <a:t>Article highlights risks, regulation, or concerns</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0"/>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0" name="Google Shape;370;p40"/>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Overall Sentiment Distribution</a:t>
            </a:r>
            <a:endParaRPr/>
          </a:p>
        </p:txBody>
      </p:sp>
      <p:sp>
        <p:nvSpPr>
          <p:cNvPr id="371" name="Google Shape;371;p40"/>
          <p:cNvSpPr txBox="1"/>
          <p:nvPr/>
        </p:nvSpPr>
        <p:spPr>
          <a:xfrm>
            <a:off x="453100" y="1651425"/>
            <a:ext cx="4471500" cy="432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br>
              <a:rPr lang="en-US" sz="1100">
                <a:solidFill>
                  <a:schemeClr val="dk1"/>
                </a:solidFill>
              </a:rPr>
            </a:br>
            <a:endParaRPr sz="2400">
              <a:solidFill>
                <a:srgbClr val="767676"/>
              </a:solidFill>
              <a:latin typeface="Helvetica Neue"/>
              <a:ea typeface="Helvetica Neue"/>
              <a:cs typeface="Helvetica Neue"/>
              <a:sym typeface="Helvetica Neue"/>
            </a:endParaRPr>
          </a:p>
        </p:txBody>
      </p:sp>
      <p:pic>
        <p:nvPicPr>
          <p:cNvPr id="372" name="Google Shape;372;p40"/>
          <p:cNvPicPr preferRelativeResize="0"/>
          <p:nvPr/>
        </p:nvPicPr>
        <p:blipFill>
          <a:blip r:embed="rId3">
            <a:alphaModFix/>
          </a:blip>
          <a:stretch>
            <a:fillRect/>
          </a:stretch>
        </p:blipFill>
        <p:spPr>
          <a:xfrm>
            <a:off x="453100" y="1391832"/>
            <a:ext cx="5684269" cy="4841588"/>
          </a:xfrm>
          <a:prstGeom prst="rect">
            <a:avLst/>
          </a:prstGeom>
          <a:noFill/>
          <a:ln>
            <a:noFill/>
          </a:ln>
        </p:spPr>
      </p:pic>
      <p:sp>
        <p:nvSpPr>
          <p:cNvPr id="373" name="Google Shape;373;p40"/>
          <p:cNvSpPr txBox="1"/>
          <p:nvPr/>
        </p:nvSpPr>
        <p:spPr>
          <a:xfrm>
            <a:off x="6385150" y="1442775"/>
            <a:ext cx="5484900" cy="46413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770"/>
              <a:buFont typeface="Arial"/>
              <a:buNone/>
            </a:pPr>
            <a:r>
              <a:rPr b="1" lang="en-US" sz="1200">
                <a:solidFill>
                  <a:schemeClr val="dk1"/>
                </a:solidFill>
                <a:latin typeface="Albert Sans"/>
                <a:ea typeface="Albert Sans"/>
                <a:cs typeface="Albert Sans"/>
                <a:sym typeface="Albert Sans"/>
              </a:rPr>
              <a:t>Method: </a:t>
            </a:r>
            <a:r>
              <a:rPr lang="en-US" sz="1200">
                <a:solidFill>
                  <a:schemeClr val="dk1"/>
                </a:solidFill>
                <a:latin typeface="Albert Sans"/>
                <a:ea typeface="Albert Sans"/>
                <a:cs typeface="Albert Sans"/>
                <a:sym typeface="Albert Sans"/>
              </a:rPr>
              <a:t>Sentiment labels were predicted using the trained Logistic Regression classifier applied to the TF-IDF text features.</a:t>
            </a:r>
            <a:endParaRPr sz="1200">
              <a:solidFill>
                <a:schemeClr val="dk1"/>
              </a:solidFill>
              <a:latin typeface="Albert Sans"/>
              <a:ea typeface="Albert Sans"/>
              <a:cs typeface="Albert Sans"/>
              <a:sym typeface="Albert Sans"/>
            </a:endParaRPr>
          </a:p>
          <a:p>
            <a:pPr indent="0" lvl="0" marL="0" rtl="0" algn="l">
              <a:lnSpc>
                <a:spcPct val="95000"/>
              </a:lnSpc>
              <a:spcBef>
                <a:spcPts val="1200"/>
              </a:spcBef>
              <a:spcAft>
                <a:spcPts val="0"/>
              </a:spcAft>
              <a:buClr>
                <a:schemeClr val="dk1"/>
              </a:buClr>
              <a:buSzPts val="770"/>
              <a:buFont typeface="Arial"/>
              <a:buNone/>
            </a:pPr>
            <a:r>
              <a:rPr lang="en-US" sz="1200">
                <a:solidFill>
                  <a:schemeClr val="dk1"/>
                </a:solidFill>
                <a:latin typeface="Albert Sans"/>
                <a:ea typeface="Albert Sans"/>
                <a:cs typeface="Albert Sans"/>
                <a:sym typeface="Albert Sans"/>
              </a:rPr>
              <a:t>Articles were classified as:</a:t>
            </a:r>
            <a:endParaRPr sz="1200">
              <a:solidFill>
                <a:schemeClr val="dk1"/>
              </a:solidFill>
              <a:latin typeface="Albert Sans"/>
              <a:ea typeface="Albert Sans"/>
              <a:cs typeface="Albert Sans"/>
              <a:sym typeface="Albert Sans"/>
            </a:endParaRPr>
          </a:p>
          <a:p>
            <a:pPr indent="-304800" lvl="0" marL="457200" rtl="0" algn="l">
              <a:lnSpc>
                <a:spcPct val="95000"/>
              </a:lnSpc>
              <a:spcBef>
                <a:spcPts val="1200"/>
              </a:spcBef>
              <a:spcAft>
                <a:spcPts val="0"/>
              </a:spcAft>
              <a:buClr>
                <a:schemeClr val="dk1"/>
              </a:buClr>
              <a:buSzPts val="1200"/>
              <a:buFont typeface="Albert Sans"/>
              <a:buChar char="●"/>
            </a:pPr>
            <a:r>
              <a:rPr b="1" lang="en-US" sz="1200">
                <a:solidFill>
                  <a:schemeClr val="dk1"/>
                </a:solidFill>
                <a:latin typeface="Albert Sans"/>
                <a:ea typeface="Albert Sans"/>
                <a:cs typeface="Albert Sans"/>
                <a:sym typeface="Albert Sans"/>
              </a:rPr>
              <a:t>Positive</a:t>
            </a:r>
            <a:br>
              <a:rPr b="1" lang="en-US" sz="1200">
                <a:solidFill>
                  <a:schemeClr val="dk1"/>
                </a:solidFill>
                <a:latin typeface="Albert Sans"/>
                <a:ea typeface="Albert Sans"/>
                <a:cs typeface="Albert Sans"/>
                <a:sym typeface="Albert Sans"/>
              </a:rPr>
            </a:br>
            <a:endParaRPr b="1" sz="1200">
              <a:solidFill>
                <a:schemeClr val="dk1"/>
              </a:solidFill>
              <a:latin typeface="Albert Sans"/>
              <a:ea typeface="Albert Sans"/>
              <a:cs typeface="Albert Sans"/>
              <a:sym typeface="Albert Sans"/>
            </a:endParaRPr>
          </a:p>
          <a:p>
            <a:pPr indent="-304800" lvl="0" marL="457200" rtl="0" algn="l">
              <a:lnSpc>
                <a:spcPct val="95000"/>
              </a:lnSpc>
              <a:spcBef>
                <a:spcPts val="0"/>
              </a:spcBef>
              <a:spcAft>
                <a:spcPts val="0"/>
              </a:spcAft>
              <a:buClr>
                <a:schemeClr val="dk1"/>
              </a:buClr>
              <a:buSzPts val="1200"/>
              <a:buFont typeface="Albert Sans"/>
              <a:buChar char="●"/>
            </a:pPr>
            <a:r>
              <a:rPr b="1" lang="en-US" sz="1200">
                <a:solidFill>
                  <a:schemeClr val="dk1"/>
                </a:solidFill>
                <a:latin typeface="Albert Sans"/>
                <a:ea typeface="Albert Sans"/>
                <a:cs typeface="Albert Sans"/>
                <a:sym typeface="Albert Sans"/>
              </a:rPr>
              <a:t>Neutral</a:t>
            </a:r>
            <a:br>
              <a:rPr b="1" lang="en-US" sz="1200">
                <a:solidFill>
                  <a:schemeClr val="dk1"/>
                </a:solidFill>
                <a:latin typeface="Albert Sans"/>
                <a:ea typeface="Albert Sans"/>
                <a:cs typeface="Albert Sans"/>
                <a:sym typeface="Albert Sans"/>
              </a:rPr>
            </a:br>
            <a:endParaRPr b="1" sz="1200">
              <a:solidFill>
                <a:schemeClr val="dk1"/>
              </a:solidFill>
              <a:latin typeface="Albert Sans"/>
              <a:ea typeface="Albert Sans"/>
              <a:cs typeface="Albert Sans"/>
              <a:sym typeface="Albert Sans"/>
            </a:endParaRPr>
          </a:p>
          <a:p>
            <a:pPr indent="-304800" lvl="0" marL="457200" rtl="0" algn="l">
              <a:lnSpc>
                <a:spcPct val="95000"/>
              </a:lnSpc>
              <a:spcBef>
                <a:spcPts val="0"/>
              </a:spcBef>
              <a:spcAft>
                <a:spcPts val="0"/>
              </a:spcAft>
              <a:buClr>
                <a:schemeClr val="dk1"/>
              </a:buClr>
              <a:buSzPts val="1200"/>
              <a:buChar char="●"/>
            </a:pPr>
            <a:r>
              <a:rPr b="1" lang="en-US" sz="1200">
                <a:solidFill>
                  <a:schemeClr val="dk1"/>
                </a:solidFill>
                <a:latin typeface="Albert Sans"/>
                <a:ea typeface="Albert Sans"/>
                <a:cs typeface="Albert Sans"/>
                <a:sym typeface="Albert Sans"/>
              </a:rPr>
              <a:t>Negative</a:t>
            </a:r>
            <a:br>
              <a:rPr b="1" lang="en-US" sz="1200">
                <a:solidFill>
                  <a:schemeClr val="dk1"/>
                </a:solidFill>
                <a:latin typeface="Albert Sans"/>
                <a:ea typeface="Albert Sans"/>
                <a:cs typeface="Albert Sans"/>
                <a:sym typeface="Albert Sans"/>
              </a:rPr>
            </a:br>
            <a:r>
              <a:rPr lang="en-US" sz="1200">
                <a:solidFill>
                  <a:schemeClr val="dk1"/>
                </a:solidFill>
                <a:latin typeface="Albert Sans"/>
                <a:ea typeface="Albert Sans"/>
                <a:cs typeface="Albert Sans"/>
                <a:sym typeface="Albert Sans"/>
              </a:rPr>
              <a:t>This allows us to measure </a:t>
            </a:r>
            <a:r>
              <a:rPr b="1" lang="en-US" sz="1200">
                <a:solidFill>
                  <a:schemeClr val="dk1"/>
                </a:solidFill>
                <a:latin typeface="Albert Sans"/>
                <a:ea typeface="Albert Sans"/>
                <a:cs typeface="Albert Sans"/>
                <a:sym typeface="Albert Sans"/>
              </a:rPr>
              <a:t>how AI developments are portrayed in news coverage.</a:t>
            </a:r>
            <a:endParaRPr b="1" sz="1200">
              <a:solidFill>
                <a:schemeClr val="dk1"/>
              </a:solidFill>
              <a:latin typeface="Albert Sans"/>
              <a:ea typeface="Albert Sans"/>
              <a:cs typeface="Albert Sans"/>
              <a:sym typeface="Albert Sans"/>
            </a:endParaRPr>
          </a:p>
          <a:p>
            <a:pPr indent="0" lvl="0" marL="0" rtl="0" algn="l">
              <a:lnSpc>
                <a:spcPct val="95000"/>
              </a:lnSpc>
              <a:spcBef>
                <a:spcPts val="1200"/>
              </a:spcBef>
              <a:spcAft>
                <a:spcPts val="0"/>
              </a:spcAft>
              <a:buClr>
                <a:schemeClr val="dk1"/>
              </a:buClr>
              <a:buSzPts val="770"/>
              <a:buFont typeface="Arial"/>
              <a:buNone/>
            </a:pPr>
            <a:r>
              <a:rPr b="1" lang="en-US" sz="1200">
                <a:solidFill>
                  <a:schemeClr val="dk1"/>
                </a:solidFill>
                <a:latin typeface="Albert Sans"/>
                <a:ea typeface="Albert Sans"/>
                <a:cs typeface="Albert Sans"/>
                <a:sym typeface="Albert Sans"/>
              </a:rPr>
              <a:t>Key Findings:</a:t>
            </a:r>
            <a:endParaRPr b="1" sz="1200">
              <a:solidFill>
                <a:schemeClr val="dk1"/>
              </a:solidFill>
              <a:latin typeface="Albert Sans"/>
              <a:ea typeface="Albert Sans"/>
              <a:cs typeface="Albert Sans"/>
              <a:sym typeface="Albert Sans"/>
            </a:endParaRPr>
          </a:p>
          <a:p>
            <a:pPr indent="-304800" lvl="0" marL="457200" rtl="0" algn="l">
              <a:lnSpc>
                <a:spcPct val="95000"/>
              </a:lnSpc>
              <a:spcBef>
                <a:spcPts val="1200"/>
              </a:spcBef>
              <a:spcAft>
                <a:spcPts val="0"/>
              </a:spcAft>
              <a:buClr>
                <a:schemeClr val="dk1"/>
              </a:buClr>
              <a:buSzPts val="1200"/>
              <a:buChar char="●"/>
            </a:pPr>
            <a:r>
              <a:rPr lang="en-US" sz="1200">
                <a:solidFill>
                  <a:schemeClr val="dk1"/>
                </a:solidFill>
                <a:latin typeface="Albert Sans"/>
                <a:ea typeface="Albert Sans"/>
                <a:cs typeface="Albert Sans"/>
                <a:sym typeface="Albert Sans"/>
              </a:rPr>
              <a:t>Most AI-related news articles are </a:t>
            </a:r>
            <a:r>
              <a:rPr b="1" lang="en-US" sz="1200">
                <a:solidFill>
                  <a:schemeClr val="dk1"/>
                </a:solidFill>
                <a:latin typeface="Albert Sans"/>
                <a:ea typeface="Albert Sans"/>
                <a:cs typeface="Albert Sans"/>
                <a:sym typeface="Albert Sans"/>
              </a:rPr>
              <a:t>neutral or positive</a:t>
            </a:r>
            <a:r>
              <a:rPr lang="en-US" sz="1200">
                <a:solidFill>
                  <a:schemeClr val="dk1"/>
                </a:solidFill>
                <a:latin typeface="Albert Sans"/>
                <a:ea typeface="Albert Sans"/>
                <a:cs typeface="Albert Sans"/>
                <a:sym typeface="Albert Sans"/>
              </a:rPr>
              <a:t>.</a:t>
            </a:r>
            <a:br>
              <a:rPr lang="en-US" sz="1200">
                <a:solidFill>
                  <a:schemeClr val="dk1"/>
                </a:solidFill>
                <a:latin typeface="Albert Sans"/>
                <a:ea typeface="Albert Sans"/>
                <a:cs typeface="Albert Sans"/>
                <a:sym typeface="Albert Sans"/>
              </a:rPr>
            </a:br>
            <a:endParaRPr sz="1200">
              <a:solidFill>
                <a:schemeClr val="dk1"/>
              </a:solidFill>
              <a:latin typeface="Albert Sans"/>
              <a:ea typeface="Albert Sans"/>
              <a:cs typeface="Albert Sans"/>
              <a:sym typeface="Albert Sans"/>
            </a:endParaRPr>
          </a:p>
          <a:p>
            <a:pPr indent="-304800" lvl="0" marL="457200" rtl="0" algn="l">
              <a:lnSpc>
                <a:spcPct val="95000"/>
              </a:lnSpc>
              <a:spcBef>
                <a:spcPts val="0"/>
              </a:spcBef>
              <a:spcAft>
                <a:spcPts val="0"/>
              </a:spcAft>
              <a:buClr>
                <a:schemeClr val="dk1"/>
              </a:buClr>
              <a:buSzPts val="1200"/>
              <a:buFont typeface="Albert Sans"/>
              <a:buChar char="●"/>
            </a:pPr>
            <a:r>
              <a:rPr lang="en-US" sz="1200">
                <a:solidFill>
                  <a:schemeClr val="dk1"/>
                </a:solidFill>
                <a:latin typeface="Albert Sans"/>
                <a:ea typeface="Albert Sans"/>
                <a:cs typeface="Albert Sans"/>
                <a:sym typeface="Albert Sans"/>
              </a:rPr>
              <a:t>Positive sentiment often appears in discussions about:</a:t>
            </a:r>
            <a:br>
              <a:rPr lang="en-US" sz="1200">
                <a:solidFill>
                  <a:schemeClr val="dk1"/>
                </a:solidFill>
                <a:latin typeface="Albert Sans"/>
                <a:ea typeface="Albert Sans"/>
                <a:cs typeface="Albert Sans"/>
                <a:sym typeface="Albert Sans"/>
              </a:rPr>
            </a:br>
            <a:endParaRPr sz="1200">
              <a:solidFill>
                <a:schemeClr val="dk1"/>
              </a:solidFill>
              <a:latin typeface="Albert Sans"/>
              <a:ea typeface="Albert Sans"/>
              <a:cs typeface="Albert Sans"/>
              <a:sym typeface="Albert Sans"/>
            </a:endParaRPr>
          </a:p>
          <a:p>
            <a:pPr indent="-304800" lvl="1" marL="914400" rtl="0" algn="l">
              <a:lnSpc>
                <a:spcPct val="95000"/>
              </a:lnSpc>
              <a:spcBef>
                <a:spcPts val="0"/>
              </a:spcBef>
              <a:spcAft>
                <a:spcPts val="0"/>
              </a:spcAft>
              <a:buClr>
                <a:schemeClr val="dk1"/>
              </a:buClr>
              <a:buSzPts val="1200"/>
              <a:buFont typeface="Albert Sans"/>
              <a:buChar char="○"/>
            </a:pPr>
            <a:r>
              <a:rPr b="1" lang="en-US" sz="1200">
                <a:solidFill>
                  <a:schemeClr val="dk1"/>
                </a:solidFill>
                <a:latin typeface="Albert Sans"/>
                <a:ea typeface="Albert Sans"/>
                <a:cs typeface="Albert Sans"/>
                <a:sym typeface="Albert Sans"/>
              </a:rPr>
              <a:t>AI innovation</a:t>
            </a:r>
            <a:br>
              <a:rPr b="1" lang="en-US" sz="1200">
                <a:solidFill>
                  <a:schemeClr val="dk1"/>
                </a:solidFill>
                <a:latin typeface="Albert Sans"/>
                <a:ea typeface="Albert Sans"/>
                <a:cs typeface="Albert Sans"/>
                <a:sym typeface="Albert Sans"/>
              </a:rPr>
            </a:br>
            <a:endParaRPr b="1" sz="1200">
              <a:solidFill>
                <a:schemeClr val="dk1"/>
              </a:solidFill>
              <a:latin typeface="Albert Sans"/>
              <a:ea typeface="Albert Sans"/>
              <a:cs typeface="Albert Sans"/>
              <a:sym typeface="Albert Sans"/>
            </a:endParaRPr>
          </a:p>
          <a:p>
            <a:pPr indent="-304800" lvl="1" marL="914400" rtl="0" algn="l">
              <a:lnSpc>
                <a:spcPct val="95000"/>
              </a:lnSpc>
              <a:spcBef>
                <a:spcPts val="0"/>
              </a:spcBef>
              <a:spcAft>
                <a:spcPts val="0"/>
              </a:spcAft>
              <a:buClr>
                <a:schemeClr val="dk1"/>
              </a:buClr>
              <a:buSzPts val="1200"/>
              <a:buFont typeface="Albert Sans"/>
              <a:buChar char="○"/>
            </a:pPr>
            <a:r>
              <a:rPr b="1" lang="en-US" sz="1200">
                <a:solidFill>
                  <a:schemeClr val="dk1"/>
                </a:solidFill>
                <a:latin typeface="Albert Sans"/>
                <a:ea typeface="Albert Sans"/>
                <a:cs typeface="Albert Sans"/>
                <a:sym typeface="Albert Sans"/>
              </a:rPr>
              <a:t>technological advancements</a:t>
            </a:r>
            <a:br>
              <a:rPr b="1" lang="en-US" sz="1200">
                <a:solidFill>
                  <a:schemeClr val="dk1"/>
                </a:solidFill>
                <a:latin typeface="Albert Sans"/>
                <a:ea typeface="Albert Sans"/>
                <a:cs typeface="Albert Sans"/>
                <a:sym typeface="Albert Sans"/>
              </a:rPr>
            </a:br>
            <a:endParaRPr b="1" sz="1200">
              <a:solidFill>
                <a:schemeClr val="dk1"/>
              </a:solidFill>
              <a:latin typeface="Albert Sans"/>
              <a:ea typeface="Albert Sans"/>
              <a:cs typeface="Albert Sans"/>
              <a:sym typeface="Albert Sans"/>
            </a:endParaRPr>
          </a:p>
          <a:p>
            <a:pPr indent="-304800" lvl="1" marL="914400" rtl="0" algn="l">
              <a:lnSpc>
                <a:spcPct val="95000"/>
              </a:lnSpc>
              <a:spcBef>
                <a:spcPts val="0"/>
              </a:spcBef>
              <a:spcAft>
                <a:spcPts val="0"/>
              </a:spcAft>
              <a:buClr>
                <a:schemeClr val="dk1"/>
              </a:buClr>
              <a:buSzPts val="1200"/>
              <a:buFont typeface="Albert Sans"/>
              <a:buChar char="○"/>
            </a:pPr>
            <a:r>
              <a:rPr b="1" lang="en-US" sz="1200">
                <a:solidFill>
                  <a:schemeClr val="dk1"/>
                </a:solidFill>
                <a:latin typeface="Albert Sans"/>
                <a:ea typeface="Albert Sans"/>
                <a:cs typeface="Albert Sans"/>
                <a:sym typeface="Albert Sans"/>
              </a:rPr>
              <a:t>business adoption</a:t>
            </a:r>
            <a:br>
              <a:rPr b="1" lang="en-US" sz="1200">
                <a:solidFill>
                  <a:schemeClr val="dk1"/>
                </a:solidFill>
                <a:latin typeface="Albert Sans"/>
                <a:ea typeface="Albert Sans"/>
                <a:cs typeface="Albert Sans"/>
                <a:sym typeface="Albert Sans"/>
              </a:rPr>
            </a:br>
            <a:endParaRPr b="1" sz="1200">
              <a:solidFill>
                <a:schemeClr val="dk1"/>
              </a:solidFill>
              <a:latin typeface="Albert Sans"/>
              <a:ea typeface="Albert Sans"/>
              <a:cs typeface="Albert Sans"/>
              <a:sym typeface="Albert Sans"/>
            </a:endParaRPr>
          </a:p>
          <a:p>
            <a:pPr indent="0" lvl="0" marL="457200" rtl="0" algn="l">
              <a:lnSpc>
                <a:spcPct val="95000"/>
              </a:lnSpc>
              <a:spcBef>
                <a:spcPts val="1200"/>
              </a:spcBef>
              <a:spcAft>
                <a:spcPts val="0"/>
              </a:spcAft>
              <a:buNone/>
            </a:pPr>
            <a:r>
              <a:t/>
            </a:r>
            <a:endParaRPr sz="1200">
              <a:solidFill>
                <a:schemeClr val="dk1"/>
              </a:solidFill>
              <a:latin typeface="Albert Sans"/>
              <a:ea typeface="Albert Sans"/>
              <a:cs typeface="Albert Sans"/>
              <a:sym typeface="Albert Sans"/>
            </a:endParaRPr>
          </a:p>
          <a:p>
            <a:pPr indent="0" lvl="0" marL="0" rtl="0" algn="l">
              <a:lnSpc>
                <a:spcPct val="95000"/>
              </a:lnSpc>
              <a:spcBef>
                <a:spcPts val="1200"/>
              </a:spcBef>
              <a:spcAft>
                <a:spcPts val="0"/>
              </a:spcAft>
              <a:buNone/>
            </a:pPr>
            <a:r>
              <a:t/>
            </a:r>
            <a:endParaRPr b="1" sz="1200">
              <a:solidFill>
                <a:schemeClr val="dk1"/>
              </a:solidFill>
              <a:latin typeface="Albert Sans"/>
              <a:ea typeface="Albert Sans"/>
              <a:cs typeface="Albert Sans"/>
              <a:sym typeface="Albert Sans"/>
            </a:endParaRPr>
          </a:p>
          <a:p>
            <a:pPr indent="0" lvl="0" marL="0" rtl="0" algn="l">
              <a:lnSpc>
                <a:spcPct val="80000"/>
              </a:lnSpc>
              <a:spcBef>
                <a:spcPts val="1200"/>
              </a:spcBef>
              <a:spcAft>
                <a:spcPts val="0"/>
              </a:spcAft>
              <a:buSzPts val="770"/>
              <a:buNone/>
            </a:pPr>
            <a:r>
              <a:t/>
            </a:r>
            <a:endParaRPr sz="1679">
              <a:solidFill>
                <a:srgbClr val="767676"/>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1"/>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9" name="Google Shape;379;p41"/>
          <p:cNvSpPr txBox="1"/>
          <p:nvPr>
            <p:ph type="title"/>
          </p:nvPr>
        </p:nvSpPr>
        <p:spPr>
          <a:xfrm>
            <a:off x="838200" y="3"/>
            <a:ext cx="10515600" cy="1325563"/>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Topic-Level Sentiment</a:t>
            </a:r>
            <a:endParaRPr/>
          </a:p>
        </p:txBody>
      </p:sp>
      <p:sp>
        <p:nvSpPr>
          <p:cNvPr id="380" name="Google Shape;380;p41"/>
          <p:cNvSpPr txBox="1"/>
          <p:nvPr/>
        </p:nvSpPr>
        <p:spPr>
          <a:xfrm>
            <a:off x="334950" y="1536200"/>
            <a:ext cx="5723100" cy="38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381" name="Google Shape;381;p41"/>
          <p:cNvSpPr txBox="1"/>
          <p:nvPr/>
        </p:nvSpPr>
        <p:spPr>
          <a:xfrm>
            <a:off x="609275" y="1680575"/>
            <a:ext cx="5067600" cy="41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pic>
        <p:nvPicPr>
          <p:cNvPr id="382" name="Google Shape;382;p41"/>
          <p:cNvPicPr preferRelativeResize="0"/>
          <p:nvPr/>
        </p:nvPicPr>
        <p:blipFill>
          <a:blip r:embed="rId3">
            <a:alphaModFix/>
          </a:blip>
          <a:stretch>
            <a:fillRect/>
          </a:stretch>
        </p:blipFill>
        <p:spPr>
          <a:xfrm>
            <a:off x="281925" y="1694316"/>
            <a:ext cx="6206880" cy="3694175"/>
          </a:xfrm>
          <a:prstGeom prst="rect">
            <a:avLst/>
          </a:prstGeom>
          <a:noFill/>
          <a:ln>
            <a:noFill/>
          </a:ln>
        </p:spPr>
      </p:pic>
      <p:sp>
        <p:nvSpPr>
          <p:cNvPr id="383" name="Google Shape;383;p41"/>
          <p:cNvSpPr txBox="1"/>
          <p:nvPr/>
        </p:nvSpPr>
        <p:spPr>
          <a:xfrm>
            <a:off x="6615450" y="1709450"/>
            <a:ext cx="5139900" cy="369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Method</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To understand how AI is discussed across different themes,</a:t>
            </a:r>
            <a:br>
              <a:rPr lang="en-US" sz="1100">
                <a:solidFill>
                  <a:schemeClr val="dk1"/>
                </a:solidFill>
              </a:rPr>
            </a:br>
            <a:r>
              <a:rPr lang="en-US" sz="1100">
                <a:solidFill>
                  <a:schemeClr val="dk1"/>
                </a:solidFill>
              </a:rPr>
              <a:t> sentiment scores were </a:t>
            </a:r>
            <a:r>
              <a:rPr b="1" lang="en-US" sz="1100">
                <a:solidFill>
                  <a:schemeClr val="dk1"/>
                </a:solidFill>
              </a:rPr>
              <a:t>aggregated by topic</a:t>
            </a:r>
            <a:r>
              <a:rPr lang="en-US" sz="1100">
                <a:solidFill>
                  <a:schemeClr val="dk1"/>
                </a:solidFill>
              </a:rPr>
              <a: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Metrics analyzed:</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Average sentiment score</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Percentage of positive articles</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Percentage of negative articles</a:t>
            </a:r>
            <a:br>
              <a:rPr lang="en-US" sz="1100">
                <a:solidFill>
                  <a:schemeClr val="dk1"/>
                </a:solidFill>
              </a:rPr>
            </a:br>
            <a:endParaRPr sz="1100">
              <a:solidFill>
                <a:schemeClr val="dk1"/>
              </a:solidFill>
            </a:endParaRPr>
          </a:p>
          <a:p>
            <a:pPr indent="0" lvl="0" marL="457200" rtl="0" algn="l">
              <a:lnSpc>
                <a:spcPct val="115000"/>
              </a:lnSpc>
              <a:spcBef>
                <a:spcPts val="1200"/>
              </a:spcBef>
              <a:spcAft>
                <a:spcPts val="0"/>
              </a:spcAft>
              <a:buNone/>
            </a:pPr>
            <a:r>
              <a:rPr b="1" lang="en-US" sz="1600">
                <a:solidFill>
                  <a:schemeClr val="dk1"/>
                </a:solidFill>
              </a:rPr>
              <a:t>Key Observations</a:t>
            </a:r>
            <a:endParaRPr b="1" sz="16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Topics related to </a:t>
            </a:r>
            <a:r>
              <a:rPr b="1" lang="en-US" sz="1100">
                <a:solidFill>
                  <a:schemeClr val="dk1"/>
                </a:solidFill>
              </a:rPr>
              <a:t>AI innovation and product development</a:t>
            </a:r>
            <a:r>
              <a:rPr lang="en-US" sz="1100">
                <a:solidFill>
                  <a:schemeClr val="dk1"/>
                </a:solidFill>
              </a:rPr>
              <a:t> show </a:t>
            </a:r>
            <a:r>
              <a:rPr b="1" lang="en-US" sz="1100">
                <a:solidFill>
                  <a:schemeClr val="dk1"/>
                </a:solidFill>
              </a:rPr>
              <a:t>more positive sentiment</a:t>
            </a:r>
            <a:r>
              <a:rPr lang="en-US" sz="1100">
                <a:solidFill>
                  <a:schemeClr val="dk1"/>
                </a:solidFill>
              </a:rPr>
              <a:t>.</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Topics related to </a:t>
            </a:r>
            <a:r>
              <a:rPr b="1" lang="en-US" sz="1100">
                <a:solidFill>
                  <a:schemeClr val="dk1"/>
                </a:solidFill>
              </a:rPr>
              <a:t>regulation, risks, and workforce impact</a:t>
            </a:r>
            <a:r>
              <a:rPr lang="en-US" sz="1100">
                <a:solidFill>
                  <a:schemeClr val="dk1"/>
                </a:solidFill>
              </a:rPr>
              <a:t> tend to show </a:t>
            </a:r>
            <a:r>
              <a:rPr b="1" lang="en-US" sz="1100">
                <a:solidFill>
                  <a:schemeClr val="dk1"/>
                </a:solidFill>
              </a:rPr>
              <a:t>more negative sentiment</a:t>
            </a:r>
            <a:r>
              <a:rPr lang="en-US" sz="1100">
                <a:solidFill>
                  <a:schemeClr val="dk1"/>
                </a:solidFill>
              </a:rPr>
              <a:t>.</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Many topics remain </a:t>
            </a:r>
            <a:r>
              <a:rPr b="1" lang="en-US" sz="1100">
                <a:solidFill>
                  <a:schemeClr val="dk1"/>
                </a:solidFill>
              </a:rPr>
              <a:t>neutral</a:t>
            </a:r>
            <a:r>
              <a:rPr lang="en-US" sz="1100">
                <a:solidFill>
                  <a:schemeClr val="dk1"/>
                </a:solidFill>
              </a:rPr>
              <a:t>, reflecting balanced news coverage of AI.</a:t>
            </a:r>
            <a:endParaRPr sz="1100">
              <a:solidFill>
                <a:schemeClr val="dk1"/>
              </a:solidFill>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2"/>
          <p:cNvSpPr txBox="1"/>
          <p:nvPr>
            <p:ph idx="12" type="sldNum"/>
          </p:nvPr>
        </p:nvSpPr>
        <p:spPr>
          <a:xfrm>
            <a:off x="8610601" y="6459132"/>
            <a:ext cx="3432387"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9" name="Google Shape;389;p42"/>
          <p:cNvSpPr txBox="1"/>
          <p:nvPr>
            <p:ph type="title"/>
          </p:nvPr>
        </p:nvSpPr>
        <p:spPr>
          <a:xfrm>
            <a:off x="838200" y="0"/>
            <a:ext cx="10515600" cy="1312744"/>
          </a:xfrm>
          <a:prstGeom prst="rect">
            <a:avLst/>
          </a:prstGeom>
          <a:noFill/>
          <a:ln>
            <a:noFill/>
          </a:ln>
        </p:spPr>
        <p:txBody>
          <a:bodyPr anchorCtr="0" anchor="ctr" bIns="45700" lIns="0" spcFirstLastPara="1" rIns="0" wrap="square" tIns="45700">
            <a:noAutofit/>
          </a:bodyPr>
          <a:lstStyle/>
          <a:p>
            <a:pPr indent="0" lvl="0" marL="0" rtl="0" algn="l">
              <a:lnSpc>
                <a:spcPct val="90000"/>
              </a:lnSpc>
              <a:spcBef>
                <a:spcPts val="0"/>
              </a:spcBef>
              <a:spcAft>
                <a:spcPts val="0"/>
              </a:spcAft>
              <a:buClr>
                <a:srgbClr val="800000"/>
              </a:buClr>
              <a:buSzPts val="3600"/>
              <a:buFont typeface="Helvetica Neue"/>
              <a:buNone/>
            </a:pPr>
            <a:r>
              <a:rPr lang="en-US"/>
              <a:t>Entity-Level Sentiment</a:t>
            </a:r>
            <a:endParaRPr/>
          </a:p>
        </p:txBody>
      </p:sp>
      <p:sp>
        <p:nvSpPr>
          <p:cNvPr id="390" name="Google Shape;390;p42"/>
          <p:cNvSpPr txBox="1"/>
          <p:nvPr/>
        </p:nvSpPr>
        <p:spPr>
          <a:xfrm>
            <a:off x="900250" y="1562000"/>
            <a:ext cx="3432300" cy="417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sz="2400">
              <a:solidFill>
                <a:srgbClr val="767676"/>
              </a:solidFill>
              <a:latin typeface="Helvetica Neue"/>
              <a:ea typeface="Helvetica Neue"/>
              <a:cs typeface="Helvetica Neue"/>
              <a:sym typeface="Helvetica Neue"/>
            </a:endParaRPr>
          </a:p>
        </p:txBody>
      </p:sp>
      <p:pic>
        <p:nvPicPr>
          <p:cNvPr id="391" name="Google Shape;391;p42"/>
          <p:cNvPicPr preferRelativeResize="0"/>
          <p:nvPr/>
        </p:nvPicPr>
        <p:blipFill>
          <a:blip r:embed="rId3">
            <a:alphaModFix/>
          </a:blip>
          <a:stretch>
            <a:fillRect/>
          </a:stretch>
        </p:blipFill>
        <p:spPr>
          <a:xfrm>
            <a:off x="132800" y="1569306"/>
            <a:ext cx="7554649" cy="4158689"/>
          </a:xfrm>
          <a:prstGeom prst="rect">
            <a:avLst/>
          </a:prstGeom>
          <a:noFill/>
          <a:ln>
            <a:noFill/>
          </a:ln>
        </p:spPr>
      </p:pic>
      <p:sp>
        <p:nvSpPr>
          <p:cNvPr id="392" name="Google Shape;392;p42"/>
          <p:cNvSpPr txBox="1"/>
          <p:nvPr/>
        </p:nvSpPr>
        <p:spPr>
          <a:xfrm>
            <a:off x="7816000" y="1461650"/>
            <a:ext cx="3845400" cy="4374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400"/>
              </a:spcBef>
              <a:spcAft>
                <a:spcPts val="0"/>
              </a:spcAft>
              <a:buClr>
                <a:schemeClr val="dk1"/>
              </a:buClr>
              <a:buSzPts val="1100"/>
              <a:buFont typeface="Albert Sans"/>
              <a:buChar char="➔"/>
            </a:pPr>
            <a:r>
              <a:rPr b="1" lang="en-US" sz="1100">
                <a:solidFill>
                  <a:schemeClr val="dk1"/>
                </a:solidFill>
                <a:latin typeface="Albert Sans"/>
                <a:ea typeface="Albert Sans"/>
                <a:cs typeface="Albert Sans"/>
                <a:sym typeface="Albert Sans"/>
              </a:rPr>
              <a:t>Method</a:t>
            </a:r>
            <a:endParaRPr b="1" sz="11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100">
                <a:solidFill>
                  <a:schemeClr val="dk1"/>
                </a:solidFill>
                <a:latin typeface="Albert Sans"/>
                <a:ea typeface="Albert Sans"/>
                <a:cs typeface="Albert Sans"/>
                <a:sym typeface="Albert Sans"/>
              </a:rPr>
              <a:t>Sentiment scores were linked with </a:t>
            </a:r>
            <a:r>
              <a:rPr b="1" lang="en-US" sz="1100">
                <a:solidFill>
                  <a:schemeClr val="dk1"/>
                </a:solidFill>
                <a:latin typeface="Albert Sans"/>
                <a:ea typeface="Albert Sans"/>
                <a:cs typeface="Albert Sans"/>
                <a:sym typeface="Albert Sans"/>
              </a:rPr>
              <a:t>organizations</a:t>
            </a:r>
            <a:r>
              <a:rPr lang="en-US" sz="1100">
                <a:solidFill>
                  <a:schemeClr val="dk1"/>
                </a:solidFill>
                <a:latin typeface="Albert Sans"/>
                <a:ea typeface="Albert Sans"/>
                <a:cs typeface="Albert Sans"/>
                <a:sym typeface="Albert Sans"/>
              </a:rPr>
              <a:t> extracted using </a:t>
            </a:r>
            <a:r>
              <a:rPr b="1" lang="en-US" sz="1100">
                <a:solidFill>
                  <a:schemeClr val="dk1"/>
                </a:solidFill>
                <a:latin typeface="Albert Sans"/>
                <a:ea typeface="Albert Sans"/>
                <a:cs typeface="Albert Sans"/>
                <a:sym typeface="Albert Sans"/>
              </a:rPr>
              <a:t>Named Entity Recognition (NER)</a:t>
            </a:r>
            <a:r>
              <a:rPr lang="en-US" sz="1100">
                <a:solidFill>
                  <a:schemeClr val="dk1"/>
                </a:solidFill>
                <a:latin typeface="Albert Sans"/>
                <a:ea typeface="Albert Sans"/>
                <a:cs typeface="Albert Sans"/>
                <a:sym typeface="Albert Sans"/>
              </a:rPr>
              <a:t>.</a:t>
            </a:r>
            <a:endParaRPr sz="11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100">
                <a:solidFill>
                  <a:schemeClr val="dk1"/>
                </a:solidFill>
                <a:latin typeface="Albert Sans"/>
                <a:ea typeface="Albert Sans"/>
                <a:cs typeface="Albert Sans"/>
                <a:sym typeface="Albert Sans"/>
              </a:rPr>
              <a:t>This allows us to evaluate how companies involved in AI development are portrayed in news coverage</a:t>
            </a:r>
            <a:endParaRPr sz="1100">
              <a:solidFill>
                <a:schemeClr val="dk1"/>
              </a:solidFill>
              <a:latin typeface="Albert Sans"/>
              <a:ea typeface="Albert Sans"/>
              <a:cs typeface="Albert Sans"/>
              <a:sym typeface="Albert Sans"/>
            </a:endParaRPr>
          </a:p>
          <a:p>
            <a:pPr indent="-298450" lvl="0" marL="457200" rtl="0" algn="l">
              <a:lnSpc>
                <a:spcPct val="115000"/>
              </a:lnSpc>
              <a:spcBef>
                <a:spcPts val="1400"/>
              </a:spcBef>
              <a:spcAft>
                <a:spcPts val="0"/>
              </a:spcAft>
              <a:buClr>
                <a:schemeClr val="dk1"/>
              </a:buClr>
              <a:buSzPts val="1100"/>
              <a:buFont typeface="Albert Sans"/>
              <a:buChar char="➔"/>
            </a:pPr>
            <a:r>
              <a:rPr b="1" lang="en-US" sz="1100">
                <a:solidFill>
                  <a:schemeClr val="dk1"/>
                </a:solidFill>
                <a:latin typeface="Albert Sans"/>
                <a:ea typeface="Albert Sans"/>
                <a:cs typeface="Albert Sans"/>
                <a:sym typeface="Albert Sans"/>
              </a:rPr>
              <a:t>Key Findings</a:t>
            </a:r>
            <a:endParaRPr b="1" sz="11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100">
                <a:solidFill>
                  <a:schemeClr val="dk1"/>
                </a:solidFill>
                <a:latin typeface="Albert Sans"/>
                <a:ea typeface="Albert Sans"/>
                <a:cs typeface="Albert Sans"/>
                <a:sym typeface="Albert Sans"/>
              </a:rPr>
              <a:t> • Major technology companies such as </a:t>
            </a:r>
            <a:r>
              <a:rPr b="1" lang="en-US" sz="1100">
                <a:solidFill>
                  <a:schemeClr val="dk1"/>
                </a:solidFill>
                <a:latin typeface="Albert Sans"/>
                <a:ea typeface="Albert Sans"/>
                <a:cs typeface="Albert Sans"/>
                <a:sym typeface="Albert Sans"/>
              </a:rPr>
              <a:t>Microsoft, Google, and IBM</a:t>
            </a:r>
            <a:r>
              <a:rPr lang="en-US" sz="1100">
                <a:solidFill>
                  <a:schemeClr val="dk1"/>
                </a:solidFill>
                <a:latin typeface="Albert Sans"/>
                <a:ea typeface="Albert Sans"/>
                <a:cs typeface="Albert Sans"/>
                <a:sym typeface="Albert Sans"/>
              </a:rPr>
              <a:t> tend to appear in articles with </a:t>
            </a:r>
            <a:r>
              <a:rPr b="1" lang="en-US" sz="1100">
                <a:solidFill>
                  <a:schemeClr val="dk1"/>
                </a:solidFill>
                <a:latin typeface="Albert Sans"/>
                <a:ea typeface="Albert Sans"/>
                <a:cs typeface="Albert Sans"/>
                <a:sym typeface="Albert Sans"/>
              </a:rPr>
              <a:t>more positive sentiment</a:t>
            </a:r>
            <a:r>
              <a:rPr lang="en-US" sz="1100">
                <a:solidFill>
                  <a:schemeClr val="dk1"/>
                </a:solidFill>
                <a:latin typeface="Albert Sans"/>
                <a:ea typeface="Albert Sans"/>
                <a:cs typeface="Albert Sans"/>
                <a:sym typeface="Albert Sans"/>
              </a:rPr>
              <a:t>.</a:t>
            </a:r>
            <a:endParaRPr sz="11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100">
                <a:solidFill>
                  <a:schemeClr val="dk1"/>
                </a:solidFill>
                <a:latin typeface="Albert Sans"/>
                <a:ea typeface="Albert Sans"/>
                <a:cs typeface="Albert Sans"/>
                <a:sym typeface="Albert Sans"/>
              </a:rPr>
              <a:t>• Discussions involving </a:t>
            </a:r>
            <a:r>
              <a:rPr b="1" lang="en-US" sz="1100">
                <a:solidFill>
                  <a:schemeClr val="dk1"/>
                </a:solidFill>
                <a:latin typeface="Albert Sans"/>
                <a:ea typeface="Albert Sans"/>
                <a:cs typeface="Albert Sans"/>
                <a:sym typeface="Albert Sans"/>
              </a:rPr>
              <a:t>government institutions or regulatory bodies</a:t>
            </a:r>
            <a:r>
              <a:rPr lang="en-US" sz="1100">
                <a:solidFill>
                  <a:schemeClr val="dk1"/>
                </a:solidFill>
                <a:latin typeface="Albert Sans"/>
                <a:ea typeface="Albert Sans"/>
                <a:cs typeface="Albert Sans"/>
                <a:sym typeface="Albert Sans"/>
              </a:rPr>
              <a:t> show </a:t>
            </a:r>
            <a:r>
              <a:rPr b="1" lang="en-US" sz="1100">
                <a:solidFill>
                  <a:schemeClr val="dk1"/>
                </a:solidFill>
                <a:latin typeface="Albert Sans"/>
                <a:ea typeface="Albert Sans"/>
                <a:cs typeface="Albert Sans"/>
                <a:sym typeface="Albert Sans"/>
              </a:rPr>
              <a:t>more neutral sentiment</a:t>
            </a:r>
            <a:r>
              <a:rPr lang="en-US" sz="1100">
                <a:solidFill>
                  <a:schemeClr val="dk1"/>
                </a:solidFill>
                <a:latin typeface="Albert Sans"/>
                <a:ea typeface="Albert Sans"/>
                <a:cs typeface="Albert Sans"/>
                <a:sym typeface="Albert Sans"/>
              </a:rPr>
              <a:t>.</a:t>
            </a:r>
            <a:endParaRPr sz="11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100">
                <a:solidFill>
                  <a:schemeClr val="dk1"/>
                </a:solidFill>
                <a:latin typeface="Albert Sans"/>
                <a:ea typeface="Albert Sans"/>
                <a:cs typeface="Albert Sans"/>
                <a:sym typeface="Albert Sans"/>
              </a:rPr>
              <a:t>• AI innovation and product development are generally portrayed </a:t>
            </a:r>
            <a:r>
              <a:rPr b="1" lang="en-US" sz="1100">
                <a:solidFill>
                  <a:schemeClr val="dk1"/>
                </a:solidFill>
                <a:latin typeface="Albert Sans"/>
                <a:ea typeface="Albert Sans"/>
                <a:cs typeface="Albert Sans"/>
                <a:sym typeface="Albert Sans"/>
              </a:rPr>
              <a:t>positively in news coverage</a:t>
            </a:r>
            <a:r>
              <a:rPr lang="en-US" sz="1100">
                <a:solidFill>
                  <a:schemeClr val="dk1"/>
                </a:solidFill>
                <a:latin typeface="Albert Sans"/>
                <a:ea typeface="Albert Sans"/>
                <a:cs typeface="Albert Sans"/>
                <a:sym typeface="Albert Sans"/>
              </a:rPr>
              <a:t>.</a:t>
            </a:r>
            <a:endParaRPr sz="1100">
              <a:solidFill>
                <a:schemeClr val="dk1"/>
              </a:solidFill>
              <a:latin typeface="Albert Sans"/>
              <a:ea typeface="Albert Sans"/>
              <a:cs typeface="Albert Sans"/>
              <a:sym typeface="Albert Sans"/>
            </a:endParaRPr>
          </a:p>
          <a:p>
            <a:pPr indent="-298450" lvl="0" marL="457200" rtl="0" algn="l">
              <a:lnSpc>
                <a:spcPct val="115000"/>
              </a:lnSpc>
              <a:spcBef>
                <a:spcPts val="1200"/>
              </a:spcBef>
              <a:spcAft>
                <a:spcPts val="0"/>
              </a:spcAft>
              <a:buClr>
                <a:schemeClr val="dk1"/>
              </a:buClr>
              <a:buSzPts val="1100"/>
              <a:buFont typeface="Albert Sans"/>
              <a:buChar char="➔"/>
            </a:pPr>
            <a:r>
              <a:rPr b="1" lang="en-US" sz="1100">
                <a:solidFill>
                  <a:schemeClr val="dk1"/>
                </a:solidFill>
                <a:latin typeface="Albert Sans"/>
                <a:ea typeface="Albert Sans"/>
                <a:cs typeface="Albert Sans"/>
                <a:sym typeface="Albert Sans"/>
              </a:rPr>
              <a:t>Interpretation</a:t>
            </a:r>
            <a:endParaRPr b="1" sz="11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sz="1100">
                <a:solidFill>
                  <a:schemeClr val="dk1"/>
                </a:solidFill>
                <a:latin typeface="Albert Sans"/>
                <a:ea typeface="Albert Sans"/>
                <a:cs typeface="Albert Sans"/>
                <a:sym typeface="Albert Sans"/>
              </a:rPr>
              <a:t>Companies leading AI innovation tend to receive </a:t>
            </a:r>
            <a:r>
              <a:rPr b="1" lang="en-US" sz="1100">
                <a:solidFill>
                  <a:schemeClr val="dk1"/>
                </a:solidFill>
                <a:latin typeface="Albert Sans"/>
                <a:ea typeface="Albert Sans"/>
                <a:cs typeface="Albert Sans"/>
                <a:sym typeface="Albert Sans"/>
              </a:rPr>
              <a:t>more positive media coverage</a:t>
            </a:r>
            <a:r>
              <a:rPr lang="en-US" sz="1100">
                <a:solidFill>
                  <a:schemeClr val="dk1"/>
                </a:solidFill>
                <a:latin typeface="Albert Sans"/>
                <a:ea typeface="Albert Sans"/>
                <a:cs typeface="Albert Sans"/>
                <a:sym typeface="Albert Sans"/>
              </a:rPr>
              <a:t>, while discussions involving </a:t>
            </a:r>
            <a:r>
              <a:rPr b="1" lang="en-US" sz="1100">
                <a:solidFill>
                  <a:schemeClr val="dk1"/>
                </a:solidFill>
                <a:latin typeface="Albert Sans"/>
                <a:ea typeface="Albert Sans"/>
                <a:cs typeface="Albert Sans"/>
                <a:sym typeface="Albert Sans"/>
              </a:rPr>
              <a:t>regulation, competition, or ethical risks</a:t>
            </a:r>
            <a:r>
              <a:rPr lang="en-US" sz="1100">
                <a:solidFill>
                  <a:schemeClr val="dk1"/>
                </a:solidFill>
                <a:latin typeface="Albert Sans"/>
                <a:ea typeface="Albert Sans"/>
                <a:cs typeface="Albert Sans"/>
                <a:sym typeface="Albert Sans"/>
              </a:rPr>
              <a:t> produce more neutral or negative sentiment.</a:t>
            </a:r>
            <a:endParaRPr sz="11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3"/>
          <p:cNvSpPr txBox="1"/>
          <p:nvPr>
            <p:ph idx="12" type="sldNum"/>
          </p:nvPr>
        </p:nvSpPr>
        <p:spPr>
          <a:xfrm>
            <a:off x="8610601" y="6459132"/>
            <a:ext cx="3432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399" name="Google Shape;399;p43"/>
          <p:cNvSpPr txBox="1"/>
          <p:nvPr>
            <p:ph type="title"/>
          </p:nvPr>
        </p:nvSpPr>
        <p:spPr>
          <a:xfrm>
            <a:off x="838200" y="323400"/>
            <a:ext cx="10515600" cy="989400"/>
          </a:xfrm>
          <a:prstGeom prst="rect">
            <a:avLst/>
          </a:prstGeom>
        </p:spPr>
        <p:txBody>
          <a:bodyPr anchorCtr="0" anchor="t" bIns="45700" lIns="0" spcFirstLastPara="1" rIns="0" wrap="square" tIns="45700">
            <a:noAutofit/>
          </a:bodyPr>
          <a:lstStyle/>
          <a:p>
            <a:pPr indent="0" lvl="0" marL="0" rtl="0" algn="l">
              <a:lnSpc>
                <a:spcPct val="115000"/>
              </a:lnSpc>
              <a:spcBef>
                <a:spcPts val="2400"/>
              </a:spcBef>
              <a:spcAft>
                <a:spcPts val="0"/>
              </a:spcAft>
              <a:buClr>
                <a:schemeClr val="dk1"/>
              </a:buClr>
              <a:buSzPts val="1100"/>
              <a:buFont typeface="Arial"/>
              <a:buNone/>
            </a:pPr>
            <a:r>
              <a:rPr lang="en-US" sz="2900">
                <a:solidFill>
                  <a:schemeClr val="accent1"/>
                </a:solidFill>
              </a:rPr>
              <a:t>Sentiment Over Time</a:t>
            </a:r>
            <a:endParaRPr sz="2900">
              <a:solidFill>
                <a:schemeClr val="accent1"/>
              </a:solidFill>
            </a:endParaRPr>
          </a:p>
          <a:p>
            <a:pPr indent="0" lvl="0" marL="0" rtl="0" algn="l">
              <a:spcBef>
                <a:spcPts val="600"/>
              </a:spcBef>
              <a:spcAft>
                <a:spcPts val="0"/>
              </a:spcAft>
              <a:buNone/>
            </a:pPr>
            <a:r>
              <a:t/>
            </a:r>
            <a:endParaRPr/>
          </a:p>
        </p:txBody>
      </p:sp>
      <p:sp>
        <p:nvSpPr>
          <p:cNvPr id="400" name="Google Shape;400;p43"/>
          <p:cNvSpPr txBox="1"/>
          <p:nvPr/>
        </p:nvSpPr>
        <p:spPr>
          <a:xfrm>
            <a:off x="453100" y="1472575"/>
            <a:ext cx="5604900" cy="462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o </a:t>
            </a:r>
            <a:endParaRPr sz="2400">
              <a:solidFill>
                <a:srgbClr val="767676"/>
              </a:solidFill>
              <a:latin typeface="Helvetica Neue"/>
              <a:ea typeface="Helvetica Neue"/>
              <a:cs typeface="Helvetica Neue"/>
              <a:sym typeface="Helvetica Neue"/>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pic>
        <p:nvPicPr>
          <p:cNvPr id="401" name="Google Shape;401;p43"/>
          <p:cNvPicPr preferRelativeResize="0"/>
          <p:nvPr/>
        </p:nvPicPr>
        <p:blipFill>
          <a:blip r:embed="rId3">
            <a:alphaModFix/>
          </a:blip>
          <a:stretch>
            <a:fillRect/>
          </a:stretch>
        </p:blipFill>
        <p:spPr>
          <a:xfrm>
            <a:off x="228700" y="1852725"/>
            <a:ext cx="5829199" cy="2898958"/>
          </a:xfrm>
          <a:prstGeom prst="rect">
            <a:avLst/>
          </a:prstGeom>
          <a:noFill/>
          <a:ln>
            <a:noFill/>
          </a:ln>
        </p:spPr>
      </p:pic>
      <p:sp>
        <p:nvSpPr>
          <p:cNvPr id="402" name="Google Shape;402;p43"/>
          <p:cNvSpPr txBox="1"/>
          <p:nvPr/>
        </p:nvSpPr>
        <p:spPr>
          <a:xfrm>
            <a:off x="6385150" y="1800475"/>
            <a:ext cx="5276400" cy="384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Method</a:t>
            </a:r>
            <a:endParaRPr b="1" sz="1600">
              <a:solidFill>
                <a:schemeClr val="dk1"/>
              </a:solidFill>
            </a:endParaRPr>
          </a:p>
          <a:p>
            <a:pPr indent="0" lvl="0" marL="0" rtl="0" algn="l">
              <a:lnSpc>
                <a:spcPct val="115000"/>
              </a:lnSpc>
              <a:spcBef>
                <a:spcPts val="1200"/>
              </a:spcBef>
              <a:spcAft>
                <a:spcPts val="0"/>
              </a:spcAft>
              <a:buNone/>
            </a:pPr>
            <a:r>
              <a:rPr lang="en-US" sz="1100">
                <a:solidFill>
                  <a:schemeClr val="dk1"/>
                </a:solidFill>
              </a:rPr>
              <a:t>Sentiment scores were aggregated </a:t>
            </a:r>
            <a:r>
              <a:rPr b="1" lang="en-US" sz="1100">
                <a:solidFill>
                  <a:schemeClr val="dk1"/>
                </a:solidFill>
              </a:rPr>
              <a:t>by month using the article publication date</a:t>
            </a:r>
            <a:r>
              <a:rPr lang="en-US" sz="1100">
                <a:solidFill>
                  <a:schemeClr val="dk1"/>
                </a:solidFill>
              </a:rPr>
              <a:t> to track how AI sentiment changes over time.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Key Findings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Overall sentiment toward AI remains </a:t>
            </a:r>
            <a:r>
              <a:rPr b="1" lang="en-US" sz="1100">
                <a:solidFill>
                  <a:schemeClr val="dk1"/>
                </a:solidFill>
              </a:rPr>
              <a:t>mostly neutral to positive</a:t>
            </a:r>
            <a:r>
              <a:rPr lang="en-US" sz="1100">
                <a:solidFill>
                  <a:schemeClr val="dk1"/>
                </a:solidFill>
              </a:rPr>
              <a:t>.</a:t>
            </a:r>
            <a:br>
              <a:rPr lang="en-US" sz="1100">
                <a:solidFill>
                  <a:schemeClr val="dk1"/>
                </a:solidFill>
              </a:rPr>
            </a:br>
            <a:endParaRPr sz="1100">
              <a:solidFill>
                <a:schemeClr val="dk1"/>
              </a:solidFill>
            </a:endParaRPr>
          </a:p>
          <a:p>
            <a:pPr indent="-298450" lvl="0" marL="457200" marR="381000" rtl="0" algn="l">
              <a:lnSpc>
                <a:spcPct val="115000"/>
              </a:lnSpc>
              <a:spcBef>
                <a:spcPts val="0"/>
              </a:spcBef>
              <a:spcAft>
                <a:spcPts val="0"/>
              </a:spcAft>
              <a:buClr>
                <a:schemeClr val="dk1"/>
              </a:buClr>
              <a:buSzPts val="1100"/>
              <a:buChar char="●"/>
            </a:pPr>
            <a:r>
              <a:rPr lang="en-US" sz="1100">
                <a:solidFill>
                  <a:schemeClr val="dk1"/>
                </a:solidFill>
              </a:rPr>
              <a:t>Negative sentiment spikes </a:t>
            </a:r>
            <a:r>
              <a:rPr b="1" lang="en-US" sz="1100">
                <a:solidFill>
                  <a:schemeClr val="dk1"/>
                </a:solidFill>
              </a:rPr>
              <a:t>often correspond to discussions about:</a:t>
            </a: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regulation</a:t>
            </a:r>
            <a:br>
              <a:rPr lang="en-US" sz="1100">
                <a:solidFill>
                  <a:schemeClr val="dk1"/>
                </a:solidFill>
              </a:rPr>
            </a:b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ethical concerns</a:t>
            </a:r>
            <a:br>
              <a:rPr lang="en-US" sz="1100">
                <a:solidFill>
                  <a:schemeClr val="dk1"/>
                </a:solidFill>
              </a:rPr>
            </a:b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workforce disruption</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Positive sentiment increases</a:t>
            </a:r>
            <a:r>
              <a:rPr lang="en-US" sz="1100">
                <a:solidFill>
                  <a:schemeClr val="dk1"/>
                </a:solidFill>
              </a:rPr>
              <a:t> during periods of:</a:t>
            </a:r>
            <a:br>
              <a:rPr lang="en-US" sz="1100">
                <a:solidFill>
                  <a:schemeClr val="dk1"/>
                </a:solidFill>
              </a:rPr>
            </a:b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AI innovation</a:t>
            </a:r>
            <a:br>
              <a:rPr lang="en-US" sz="1100">
                <a:solidFill>
                  <a:schemeClr val="dk1"/>
                </a:solidFill>
              </a:rPr>
            </a:b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major product announcements</a:t>
            </a:r>
            <a:endParaRPr sz="1100">
              <a:solidFill>
                <a:schemeClr val="dk1"/>
              </a:solidFill>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4"/>
          <p:cNvSpPr txBox="1"/>
          <p:nvPr>
            <p:ph idx="12" type="sldNum"/>
          </p:nvPr>
        </p:nvSpPr>
        <p:spPr>
          <a:xfrm>
            <a:off x="8610601" y="6459132"/>
            <a:ext cx="3432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409" name="Google Shape;409;p44"/>
          <p:cNvSpPr txBox="1"/>
          <p:nvPr>
            <p:ph type="title"/>
          </p:nvPr>
        </p:nvSpPr>
        <p:spPr>
          <a:xfrm>
            <a:off x="838200" y="0"/>
            <a:ext cx="10515600" cy="13128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US"/>
              <a:t>Key Findings</a:t>
            </a:r>
            <a:endParaRPr/>
          </a:p>
        </p:txBody>
      </p:sp>
      <p:sp>
        <p:nvSpPr>
          <p:cNvPr id="410" name="Google Shape;410;p44"/>
          <p:cNvSpPr txBox="1"/>
          <p:nvPr/>
        </p:nvSpPr>
        <p:spPr>
          <a:xfrm>
            <a:off x="959850" y="1681250"/>
            <a:ext cx="9986100" cy="39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411" name="Google Shape;411;p44"/>
          <p:cNvSpPr txBox="1"/>
          <p:nvPr/>
        </p:nvSpPr>
        <p:spPr>
          <a:xfrm>
            <a:off x="930050" y="1681250"/>
            <a:ext cx="10164900" cy="436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Albert Sans"/>
                <a:ea typeface="Albert Sans"/>
                <a:cs typeface="Albert Sans"/>
                <a:sym typeface="Albert Sans"/>
              </a:rPr>
              <a:t>1. AI discussions are dominated by large technology companies</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Companies such as </a:t>
            </a:r>
            <a:r>
              <a:rPr b="1" lang="en-US">
                <a:solidFill>
                  <a:schemeClr val="dk1"/>
                </a:solidFill>
                <a:latin typeface="Albert Sans"/>
                <a:ea typeface="Albert Sans"/>
                <a:cs typeface="Albert Sans"/>
                <a:sym typeface="Albert Sans"/>
              </a:rPr>
              <a:t>Microsoft, Google, Nvidia, and Amazon</a:t>
            </a:r>
            <a:r>
              <a:rPr lang="en-US">
                <a:solidFill>
                  <a:schemeClr val="dk1"/>
                </a:solidFill>
                <a:latin typeface="Albert Sans"/>
                <a:ea typeface="Albert Sans"/>
                <a:cs typeface="Albert Sans"/>
                <a:sym typeface="Albert Sans"/>
              </a:rPr>
              <a:t> appear most frequently in AI-related news articles.</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Albert Sans"/>
                <a:ea typeface="Albert Sans"/>
                <a:cs typeface="Albert Sans"/>
                <a:sym typeface="Albert Sans"/>
              </a:rPr>
              <a:t>2. AI innovation topics tend to have more positive sentiment</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Articles discussing </a:t>
            </a:r>
            <a:r>
              <a:rPr b="1" lang="en-US">
                <a:solidFill>
                  <a:schemeClr val="dk1"/>
                </a:solidFill>
                <a:latin typeface="Albert Sans"/>
                <a:ea typeface="Albert Sans"/>
                <a:cs typeface="Albert Sans"/>
                <a:sym typeface="Albert Sans"/>
              </a:rPr>
              <a:t>AI development, products, and innovation</a:t>
            </a:r>
            <a:r>
              <a:rPr lang="en-US">
                <a:solidFill>
                  <a:schemeClr val="dk1"/>
                </a:solidFill>
                <a:latin typeface="Albert Sans"/>
                <a:ea typeface="Albert Sans"/>
                <a:cs typeface="Albert Sans"/>
                <a:sym typeface="Albert Sans"/>
              </a:rPr>
              <a:t> often show positive sentiment.</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Albert Sans"/>
                <a:ea typeface="Albert Sans"/>
                <a:cs typeface="Albert Sans"/>
                <a:sym typeface="Albert Sans"/>
              </a:rPr>
              <a:t>3. Regulation and workforce concerns show more negative sentiment</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Topics involving </a:t>
            </a:r>
            <a:r>
              <a:rPr b="1" lang="en-US">
                <a:solidFill>
                  <a:schemeClr val="dk1"/>
                </a:solidFill>
                <a:latin typeface="Albert Sans"/>
                <a:ea typeface="Albert Sans"/>
                <a:cs typeface="Albert Sans"/>
                <a:sym typeface="Albert Sans"/>
              </a:rPr>
              <a:t>policy, ethics, and job displacement</a:t>
            </a:r>
            <a:r>
              <a:rPr lang="en-US">
                <a:solidFill>
                  <a:schemeClr val="dk1"/>
                </a:solidFill>
                <a:latin typeface="Albert Sans"/>
                <a:ea typeface="Albert Sans"/>
                <a:cs typeface="Albert Sans"/>
                <a:sym typeface="Albert Sans"/>
              </a:rPr>
              <a:t> tend to have more negative or cautious sentiment.</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Albert Sans"/>
                <a:ea typeface="Albert Sans"/>
                <a:cs typeface="Albert Sans"/>
                <a:sym typeface="Albert Sans"/>
              </a:rPr>
              <a:t>4. AI adoption varies across industries</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Some industries focus on </a:t>
            </a:r>
            <a:r>
              <a:rPr b="1" lang="en-US">
                <a:solidFill>
                  <a:schemeClr val="dk1"/>
                </a:solidFill>
                <a:latin typeface="Albert Sans"/>
                <a:ea typeface="Albert Sans"/>
                <a:cs typeface="Albert Sans"/>
                <a:sym typeface="Albert Sans"/>
              </a:rPr>
              <a:t>product innovation</a:t>
            </a:r>
            <a:r>
              <a:rPr lang="en-US">
                <a:solidFill>
                  <a:schemeClr val="dk1"/>
                </a:solidFill>
                <a:latin typeface="Albert Sans"/>
                <a:ea typeface="Albert Sans"/>
                <a:cs typeface="Albert Sans"/>
                <a:sym typeface="Albert Sans"/>
              </a:rPr>
              <a:t>, while others emphasize </a:t>
            </a:r>
            <a:r>
              <a:rPr b="1" lang="en-US">
                <a:solidFill>
                  <a:schemeClr val="dk1"/>
                </a:solidFill>
                <a:latin typeface="Albert Sans"/>
                <a:ea typeface="Albert Sans"/>
                <a:cs typeface="Albert Sans"/>
                <a:sym typeface="Albert Sans"/>
              </a:rPr>
              <a:t>regulation and societal impact</a:t>
            </a:r>
            <a:r>
              <a:rPr lang="en-US">
                <a:solidFill>
                  <a:schemeClr val="dk1"/>
                </a:solidFill>
                <a:latin typeface="Albert Sans"/>
                <a:ea typeface="Albert Sans"/>
                <a:cs typeface="Albert Sans"/>
                <a:sym typeface="Albert Sans"/>
              </a:rPr>
              <a:t>.</a:t>
            </a:r>
            <a:endParaRPr>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a:solidFill>
                <a:srgbClr val="767676"/>
              </a:solidFill>
              <a:latin typeface="Albert Sans"/>
              <a:ea typeface="Albert Sans"/>
              <a:cs typeface="Albert Sans"/>
              <a:sym typeface="Albert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5"/>
          <p:cNvSpPr txBox="1"/>
          <p:nvPr>
            <p:ph idx="12" type="sldNum"/>
          </p:nvPr>
        </p:nvSpPr>
        <p:spPr>
          <a:xfrm>
            <a:off x="8610601" y="6459132"/>
            <a:ext cx="3432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418" name="Google Shape;418;p45"/>
          <p:cNvSpPr txBox="1"/>
          <p:nvPr>
            <p:ph type="title"/>
          </p:nvPr>
        </p:nvSpPr>
        <p:spPr>
          <a:xfrm>
            <a:off x="838200" y="0"/>
            <a:ext cx="10515600" cy="13128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US"/>
              <a:t>AI Adoption Insights</a:t>
            </a:r>
            <a:endParaRPr/>
          </a:p>
        </p:txBody>
      </p:sp>
      <p:sp>
        <p:nvSpPr>
          <p:cNvPr id="419" name="Google Shape;419;p45"/>
          <p:cNvSpPr txBox="1"/>
          <p:nvPr/>
        </p:nvSpPr>
        <p:spPr>
          <a:xfrm>
            <a:off x="1019475" y="1621625"/>
            <a:ext cx="10015800" cy="44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rgbClr val="767676"/>
              </a:solidFill>
              <a:latin typeface="Helvetica Neue"/>
              <a:ea typeface="Helvetica Neue"/>
              <a:cs typeface="Helvetica Neue"/>
              <a:sym typeface="Helvetica Neue"/>
            </a:endParaRPr>
          </a:p>
        </p:txBody>
      </p:sp>
      <p:sp>
        <p:nvSpPr>
          <p:cNvPr id="420" name="Google Shape;420;p45"/>
          <p:cNvSpPr txBox="1"/>
          <p:nvPr/>
        </p:nvSpPr>
        <p:spPr>
          <a:xfrm>
            <a:off x="959850" y="1562000"/>
            <a:ext cx="10394100" cy="441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a:t>
            </a:r>
            <a:r>
              <a:rPr lang="en-US">
                <a:solidFill>
                  <a:schemeClr val="dk1"/>
                </a:solidFill>
                <a:latin typeface="Albert Sans"/>
                <a:ea typeface="Albert Sans"/>
                <a:cs typeface="Albert Sans"/>
                <a:sym typeface="Albert Sans"/>
              </a:rPr>
              <a:t>he analysis of topics, entities, and sentiment suggests several factors that influence </a:t>
            </a:r>
            <a:r>
              <a:rPr b="1" lang="en-US">
                <a:solidFill>
                  <a:schemeClr val="dk1"/>
                </a:solidFill>
                <a:latin typeface="Albert Sans"/>
                <a:ea typeface="Albert Sans"/>
                <a:cs typeface="Albert Sans"/>
                <a:sym typeface="Albert Sans"/>
              </a:rPr>
              <a:t>AI adoption across industries.</a:t>
            </a:r>
            <a:endParaRPr b="1">
              <a:solidFill>
                <a:schemeClr val="dk1"/>
              </a:solidFill>
              <a:latin typeface="Albert Sans"/>
              <a:ea typeface="Albert Sans"/>
              <a:cs typeface="Albert Sans"/>
              <a:sym typeface="Albert Sans"/>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latin typeface="Albert Sans"/>
                <a:ea typeface="Albert Sans"/>
                <a:cs typeface="Albert Sans"/>
                <a:sym typeface="Albert Sans"/>
              </a:rPr>
              <a:t>Drivers of Successful AI Adoption</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Clear </a:t>
            </a:r>
            <a:r>
              <a:rPr b="1" lang="en-US">
                <a:solidFill>
                  <a:schemeClr val="dk1"/>
                </a:solidFill>
                <a:latin typeface="Albert Sans"/>
                <a:ea typeface="Albert Sans"/>
                <a:cs typeface="Albert Sans"/>
                <a:sym typeface="Albert Sans"/>
              </a:rPr>
              <a:t>business use cases</a:t>
            </a:r>
            <a:r>
              <a:rPr lang="en-US">
                <a:solidFill>
                  <a:schemeClr val="dk1"/>
                </a:solidFill>
                <a:latin typeface="Albert Sans"/>
                <a:ea typeface="Albert Sans"/>
                <a:cs typeface="Albert Sans"/>
                <a:sym typeface="Albert Sans"/>
              </a:rPr>
              <a:t> for AI technologies</a:t>
            </a:r>
            <a:endParaRPr>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Strong </a:t>
            </a:r>
            <a:r>
              <a:rPr b="1" lang="en-US">
                <a:solidFill>
                  <a:schemeClr val="dk1"/>
                </a:solidFill>
                <a:latin typeface="Albert Sans"/>
                <a:ea typeface="Albert Sans"/>
                <a:cs typeface="Albert Sans"/>
                <a:sym typeface="Albert Sans"/>
              </a:rPr>
              <a:t>data infrastructure and technical capabilities</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Integration of AI into </a:t>
            </a:r>
            <a:r>
              <a:rPr b="1" lang="en-US">
                <a:solidFill>
                  <a:schemeClr val="dk1"/>
                </a:solidFill>
                <a:latin typeface="Albert Sans"/>
                <a:ea typeface="Albert Sans"/>
                <a:cs typeface="Albert Sans"/>
                <a:sym typeface="Albert Sans"/>
              </a:rPr>
              <a:t>existing workflows and decision-making</a:t>
            </a:r>
            <a:endParaRPr b="1">
              <a:solidFill>
                <a:schemeClr val="dk1"/>
              </a:solidFill>
              <a:latin typeface="Albert Sans"/>
              <a:ea typeface="Albert Sans"/>
              <a:cs typeface="Albert Sans"/>
              <a:sym typeface="Albert Sans"/>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latin typeface="Albert Sans"/>
                <a:ea typeface="Albert Sans"/>
                <a:cs typeface="Albert Sans"/>
                <a:sym typeface="Albert Sans"/>
              </a:rPr>
              <a:t>Challenges to AI Adoption</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a:t>
            </a:r>
            <a:r>
              <a:rPr b="1" lang="en-US">
                <a:solidFill>
                  <a:schemeClr val="dk1"/>
                </a:solidFill>
                <a:latin typeface="Albert Sans"/>
                <a:ea typeface="Albert Sans"/>
                <a:cs typeface="Albert Sans"/>
                <a:sym typeface="Albert Sans"/>
              </a:rPr>
              <a:t>Regulatory and policy uncertainty</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Concerns about </a:t>
            </a:r>
            <a:r>
              <a:rPr b="1" lang="en-US">
                <a:solidFill>
                  <a:schemeClr val="dk1"/>
                </a:solidFill>
                <a:latin typeface="Albert Sans"/>
                <a:ea typeface="Albert Sans"/>
                <a:cs typeface="Albert Sans"/>
                <a:sym typeface="Albert Sans"/>
              </a:rPr>
              <a:t>ethical implications and job displacement</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Albert Sans"/>
                <a:ea typeface="Albert Sans"/>
                <a:cs typeface="Albert Sans"/>
                <a:sym typeface="Albert Sans"/>
              </a:rPr>
              <a:t>• High </a:t>
            </a:r>
            <a:r>
              <a:rPr b="1" lang="en-US">
                <a:solidFill>
                  <a:schemeClr val="dk1"/>
                </a:solidFill>
                <a:latin typeface="Albert Sans"/>
                <a:ea typeface="Albert Sans"/>
                <a:cs typeface="Albert Sans"/>
                <a:sym typeface="Albert Sans"/>
              </a:rPr>
              <a:t>implementation complexity and cost</a:t>
            </a:r>
            <a:endParaRPr b="1">
              <a:solidFill>
                <a:schemeClr val="dk1"/>
              </a:solidFill>
              <a:latin typeface="Albert Sans"/>
              <a:ea typeface="Albert Sans"/>
              <a:cs typeface="Albert Sans"/>
              <a:sym typeface="Albert Sans"/>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latin typeface="Albert Sans"/>
                <a:ea typeface="Albert Sans"/>
                <a:cs typeface="Albert Sans"/>
                <a:sym typeface="Albert Sans"/>
              </a:rPr>
              <a:t>Interpretation</a:t>
            </a:r>
            <a:endParaRPr b="1">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None/>
            </a:pPr>
            <a:r>
              <a:rPr lang="en-US">
                <a:solidFill>
                  <a:schemeClr val="dk1"/>
                </a:solidFill>
                <a:latin typeface="Albert Sans"/>
                <a:ea typeface="Albert Sans"/>
                <a:cs typeface="Albert Sans"/>
                <a:sym typeface="Albert Sans"/>
              </a:rPr>
              <a:t>News coverage suggests that organizations with strong technological capabilities and clear AI strategies are more likely to </a:t>
            </a:r>
            <a:r>
              <a:rPr b="1" lang="en-US">
                <a:solidFill>
                  <a:schemeClr val="dk1"/>
                </a:solidFill>
                <a:latin typeface="Albert Sans"/>
                <a:ea typeface="Albert Sans"/>
                <a:cs typeface="Albert Sans"/>
                <a:sym typeface="Albert Sans"/>
              </a:rPr>
              <a:t>successfully adopt AI technologies</a:t>
            </a:r>
            <a:r>
              <a:rPr lang="en-US">
                <a:solidFill>
                  <a:schemeClr val="dk1"/>
                </a:solidFill>
                <a:latin typeface="Albert Sans"/>
                <a:ea typeface="Albert Sans"/>
                <a:cs typeface="Albert Sans"/>
                <a:sym typeface="Albert Sans"/>
              </a:rPr>
              <a:t>.</a:t>
            </a:r>
            <a:endParaRPr>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a:solidFill>
                <a:srgbClr val="767676"/>
              </a:solidFill>
              <a:latin typeface="Albert Sans"/>
              <a:ea typeface="Albert Sans"/>
              <a:cs typeface="Albert Sans"/>
              <a:sym typeface="Albert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6"/>
          <p:cNvSpPr txBox="1"/>
          <p:nvPr>
            <p:ph idx="12" type="sldNum"/>
          </p:nvPr>
        </p:nvSpPr>
        <p:spPr>
          <a:xfrm>
            <a:off x="8610601" y="6459132"/>
            <a:ext cx="3432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427" name="Google Shape;427;p46"/>
          <p:cNvSpPr txBox="1"/>
          <p:nvPr>
            <p:ph type="title"/>
          </p:nvPr>
        </p:nvSpPr>
        <p:spPr>
          <a:xfrm>
            <a:off x="838200" y="0"/>
            <a:ext cx="10515600" cy="1312800"/>
          </a:xfrm>
          <a:prstGeom prst="rect">
            <a:avLst/>
          </a:prstGeom>
        </p:spPr>
        <p:txBody>
          <a:bodyPr anchorCtr="0" anchor="ctr" bIns="45700" lIns="0" spcFirstLastPara="1" rIns="0" wrap="square" tIns="45700">
            <a:noAutofit/>
          </a:bodyPr>
          <a:lstStyle/>
          <a:p>
            <a:pPr indent="0" lvl="0" marL="0" rtl="0" algn="l">
              <a:spcBef>
                <a:spcPts val="0"/>
              </a:spcBef>
              <a:spcAft>
                <a:spcPts val="0"/>
              </a:spcAft>
              <a:buNone/>
            </a:pPr>
            <a:r>
              <a:rPr lang="en-US"/>
              <a:t>Conclusion &amp; Q&amp;A</a:t>
            </a:r>
            <a:endParaRPr/>
          </a:p>
        </p:txBody>
      </p:sp>
      <p:sp>
        <p:nvSpPr>
          <p:cNvPr id="428" name="Google Shape;428;p46"/>
          <p:cNvSpPr txBox="1"/>
          <p:nvPr/>
        </p:nvSpPr>
        <p:spPr>
          <a:xfrm>
            <a:off x="1019475" y="1681250"/>
            <a:ext cx="10045800" cy="387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US" sz="1600">
                <a:solidFill>
                  <a:schemeClr val="dk1"/>
                </a:solidFill>
                <a:latin typeface="Albert Sans"/>
                <a:ea typeface="Albert Sans"/>
                <a:cs typeface="Albert Sans"/>
                <a:sym typeface="Albert Sans"/>
              </a:rPr>
              <a:t>This project analyzed </a:t>
            </a:r>
            <a:r>
              <a:rPr b="1" lang="en-US" sz="1600">
                <a:solidFill>
                  <a:schemeClr val="dk1"/>
                </a:solidFill>
                <a:latin typeface="Albert Sans"/>
                <a:ea typeface="Albert Sans"/>
                <a:cs typeface="Albert Sans"/>
                <a:sym typeface="Albert Sans"/>
              </a:rPr>
              <a:t>~200,000 news articles</a:t>
            </a:r>
            <a:r>
              <a:rPr lang="en-US" sz="1600">
                <a:solidFill>
                  <a:schemeClr val="dk1"/>
                </a:solidFill>
                <a:latin typeface="Albert Sans"/>
                <a:ea typeface="Albert Sans"/>
                <a:cs typeface="Albert Sans"/>
                <a:sym typeface="Albert Sans"/>
              </a:rPr>
              <a:t> to understand how AI is discussed across industries.</a:t>
            </a:r>
            <a:endParaRPr sz="1600">
              <a:solidFill>
                <a:schemeClr val="dk1"/>
              </a:solidFill>
              <a:latin typeface="Albert Sans"/>
              <a:ea typeface="Albert Sans"/>
              <a:cs typeface="Albert Sans"/>
              <a:sym typeface="Albert Sans"/>
            </a:endParaRPr>
          </a:p>
          <a:p>
            <a:pPr indent="0" lvl="0" marL="0" rtl="0" algn="l">
              <a:lnSpc>
                <a:spcPct val="115000"/>
              </a:lnSpc>
              <a:spcBef>
                <a:spcPts val="1400"/>
              </a:spcBef>
              <a:spcAft>
                <a:spcPts val="0"/>
              </a:spcAft>
              <a:buClr>
                <a:schemeClr val="dk1"/>
              </a:buClr>
              <a:buSzPts val="1100"/>
              <a:buFont typeface="Arial"/>
              <a:buNone/>
            </a:pPr>
            <a:r>
              <a:t/>
            </a:r>
            <a:endParaRPr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latin typeface="Albert Sans"/>
                <a:ea typeface="Albert Sans"/>
                <a:cs typeface="Albert Sans"/>
                <a:sym typeface="Albert Sans"/>
              </a:rPr>
              <a:t>Key takeaways:</a:t>
            </a:r>
            <a:endParaRPr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latin typeface="Albert Sans"/>
                <a:ea typeface="Albert Sans"/>
                <a:cs typeface="Albert Sans"/>
                <a:sym typeface="Albert Sans"/>
              </a:rPr>
              <a:t>• AI discussions are dominated by </a:t>
            </a:r>
            <a:r>
              <a:rPr b="1" lang="en-US" sz="1600">
                <a:solidFill>
                  <a:schemeClr val="dk1"/>
                </a:solidFill>
                <a:latin typeface="Albert Sans"/>
                <a:ea typeface="Albert Sans"/>
                <a:cs typeface="Albert Sans"/>
                <a:sym typeface="Albert Sans"/>
              </a:rPr>
              <a:t>major technology companies</a:t>
            </a:r>
            <a:endParaRPr b="1"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latin typeface="Albert Sans"/>
                <a:ea typeface="Albert Sans"/>
                <a:cs typeface="Albert Sans"/>
                <a:sym typeface="Albert Sans"/>
              </a:rPr>
              <a:t>• Innovation-focused topics show </a:t>
            </a:r>
            <a:r>
              <a:rPr b="1" lang="en-US" sz="1600">
                <a:solidFill>
                  <a:schemeClr val="dk1"/>
                </a:solidFill>
                <a:latin typeface="Albert Sans"/>
                <a:ea typeface="Albert Sans"/>
                <a:cs typeface="Albert Sans"/>
                <a:sym typeface="Albert Sans"/>
              </a:rPr>
              <a:t>more positive sentiment</a:t>
            </a:r>
            <a:endParaRPr b="1"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latin typeface="Albert Sans"/>
                <a:ea typeface="Albert Sans"/>
                <a:cs typeface="Albert Sans"/>
                <a:sym typeface="Albert Sans"/>
              </a:rPr>
              <a:t>• Regulatory and societal concerns introduce </a:t>
            </a:r>
            <a:r>
              <a:rPr b="1" lang="en-US" sz="1600">
                <a:solidFill>
                  <a:schemeClr val="dk1"/>
                </a:solidFill>
                <a:latin typeface="Albert Sans"/>
                <a:ea typeface="Albert Sans"/>
                <a:cs typeface="Albert Sans"/>
                <a:sym typeface="Albert Sans"/>
              </a:rPr>
              <a:t>more cautious or negative sentiment</a:t>
            </a:r>
            <a:endParaRPr b="1"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latin typeface="Albert Sans"/>
                <a:ea typeface="Albert Sans"/>
                <a:cs typeface="Albert Sans"/>
                <a:sym typeface="Albert Sans"/>
              </a:rPr>
              <a:t>Overall, AI is transforming industries, but </a:t>
            </a:r>
            <a:r>
              <a:rPr b="1" lang="en-US" sz="1600">
                <a:solidFill>
                  <a:schemeClr val="dk1"/>
                </a:solidFill>
                <a:latin typeface="Albert Sans"/>
                <a:ea typeface="Albert Sans"/>
                <a:cs typeface="Albert Sans"/>
                <a:sym typeface="Albert Sans"/>
              </a:rPr>
              <a:t>its impact varies depending on context and industry.</a:t>
            </a:r>
            <a:endParaRPr b="1"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t/>
            </a:r>
            <a:endParaRPr b="1" sz="1600">
              <a:solidFill>
                <a:schemeClr val="dk1"/>
              </a:solidFill>
              <a:latin typeface="Albert Sans"/>
              <a:ea typeface="Albert Sans"/>
              <a:cs typeface="Albert Sans"/>
              <a:sym typeface="Albert Sans"/>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latin typeface="Albert Sans"/>
                <a:ea typeface="Albert Sans"/>
                <a:cs typeface="Albert Sans"/>
                <a:sym typeface="Albert Sans"/>
              </a:rPr>
              <a:t>This analysis shows that AI discussions are dominated by major technology firms, innovation topics tend to receive positive sentiment, and adoption success appears linked to strong infrastructure, clear use cases, and regulatory context.</a:t>
            </a:r>
            <a:endParaRPr b="1" sz="1600">
              <a:solidFill>
                <a:schemeClr val="dk1"/>
              </a:solidFill>
              <a:latin typeface="Albert Sans"/>
              <a:ea typeface="Albert Sans"/>
              <a:cs typeface="Albert Sans"/>
              <a:sym typeface="Albert Sans"/>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l">
              <a:spcBef>
                <a:spcPts val="1200"/>
              </a:spcBef>
              <a:spcAft>
                <a:spcPts val="0"/>
              </a:spcAft>
              <a:buNone/>
            </a:pPr>
            <a:r>
              <a:t/>
            </a:r>
            <a:endParaRPr sz="2400">
              <a:solidFill>
                <a:srgbClr val="767676"/>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Chicago">
  <a:themeElements>
    <a:clrScheme name="Custom 2">
      <a:dk1>
        <a:srgbClr val="000000"/>
      </a:dk1>
      <a:lt1>
        <a:srgbClr val="FFFFFF"/>
      </a:lt1>
      <a:dk2>
        <a:srgbClr val="737373"/>
      </a:dk2>
      <a:lt2>
        <a:srgbClr val="D9D9D9"/>
      </a:lt2>
      <a:accent1>
        <a:srgbClr val="800000"/>
      </a:accent1>
      <a:accent2>
        <a:srgbClr val="D9D9D9"/>
      </a:accent2>
      <a:accent3>
        <a:srgbClr val="A6A6A6"/>
      </a:accent3>
      <a:accent4>
        <a:srgbClr val="EAAA00"/>
      </a:accent4>
      <a:accent5>
        <a:srgbClr val="B36955"/>
      </a:accent5>
      <a:accent6>
        <a:srgbClr val="002A3A"/>
      </a:accent6>
      <a:hlink>
        <a:srgbClr val="007396"/>
      </a:hlink>
      <a:folHlink>
        <a:srgbClr val="7373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